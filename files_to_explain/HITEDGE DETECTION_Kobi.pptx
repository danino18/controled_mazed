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Century Gothic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49BA05-A1FF-4FCD-AAEA-84ED3FDE9DDC}">
  <a:tblStyle styleId="{9849BA05-A1FF-4FCD-AAEA-84ED3FDE9DDC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7EA"/>
          </a:solidFill>
        </a:fill>
      </a:tcStyle>
    </a:wholeTbl>
    <a:band1H>
      <a:tcTxStyle/>
      <a:tcStyle>
        <a:fill>
          <a:solidFill>
            <a:srgbClr val="CACCD1"/>
          </a:solidFill>
        </a:fill>
      </a:tcStyle>
    </a:band1H>
    <a:band2H>
      <a:tcTxStyle/>
    </a:band2H>
    <a:band1V>
      <a:tcTxStyle/>
      <a:tcStyle>
        <a:fill>
          <a:solidFill>
            <a:srgbClr val="CACCD1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enturyGothic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italic.fntdata"/><Relationship Id="rId6" Type="http://schemas.openxmlformats.org/officeDocument/2006/relationships/slide" Target="slides/slide1.xml"/><Relationship Id="rId18" Type="http://schemas.openxmlformats.org/officeDocument/2006/relationships/font" Target="fonts/CenturyGothi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title"/>
          </p:nvPr>
        </p:nvSpPr>
        <p:spPr>
          <a:xfrm>
            <a:off x="2351585" y="0"/>
            <a:ext cx="8739823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body"/>
          </p:nvPr>
        </p:nvSpPr>
        <p:spPr>
          <a:xfrm>
            <a:off x="711201" y="533400"/>
            <a:ext cx="8739823" cy="3767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5600" lvl="0" marL="457200" rtl="1" algn="r">
              <a:spcBef>
                <a:spcPts val="400"/>
              </a:spcBef>
              <a:spcAft>
                <a:spcPts val="0"/>
              </a:spcAft>
              <a:buClr>
                <a:srgbClr val="032348"/>
              </a:buClr>
              <a:buSzPts val="2000"/>
              <a:buFont typeface="Noto Sans Symbols"/>
              <a:buChar char="❖"/>
              <a:defRPr>
                <a:solidFill>
                  <a:schemeClr val="dk1"/>
                </a:solidFill>
              </a:defRPr>
            </a:lvl1pPr>
            <a:lvl2pPr indent="-308610" lvl="1" marL="914400" rtl="1" algn="r">
              <a:spcBef>
                <a:spcPts val="600"/>
              </a:spcBef>
              <a:spcAft>
                <a:spcPts val="0"/>
              </a:spcAft>
              <a:buClr>
                <a:srgbClr val="032348"/>
              </a:buClr>
              <a:buSzPts val="1260"/>
              <a:buFont typeface="Noto Sans Symbols"/>
              <a:buChar char="❖"/>
              <a:defRPr>
                <a:solidFill>
                  <a:srgbClr val="000000"/>
                </a:solidFill>
              </a:defRPr>
            </a:lvl2pPr>
            <a:lvl3pPr indent="-299719" lvl="2" marL="1371600" rtl="1" algn="r">
              <a:spcBef>
                <a:spcPts val="600"/>
              </a:spcBef>
              <a:spcAft>
                <a:spcPts val="0"/>
              </a:spcAft>
              <a:buClr>
                <a:srgbClr val="032348"/>
              </a:buClr>
              <a:buSzPts val="1120"/>
              <a:buFont typeface="Noto Sans Symbols"/>
              <a:buChar char="❖"/>
              <a:defRPr>
                <a:solidFill>
                  <a:srgbClr val="000000"/>
                </a:solidFill>
              </a:defRPr>
            </a:lvl3pPr>
            <a:lvl4pPr indent="-290830" lvl="3" marL="1828800" rtl="1" algn="r">
              <a:spcBef>
                <a:spcPts val="600"/>
              </a:spcBef>
              <a:spcAft>
                <a:spcPts val="0"/>
              </a:spcAft>
              <a:buClr>
                <a:srgbClr val="032348"/>
              </a:buClr>
              <a:buSzPts val="980"/>
              <a:buFont typeface="Noto Sans Symbols"/>
              <a:buChar char="❖"/>
              <a:defRPr>
                <a:solidFill>
                  <a:srgbClr val="000000"/>
                </a:solidFill>
              </a:defRPr>
            </a:lvl4pPr>
            <a:lvl5pPr indent="-290829" lvl="4" marL="2286000" rtl="1" algn="r">
              <a:spcBef>
                <a:spcPts val="600"/>
              </a:spcBef>
              <a:spcAft>
                <a:spcPts val="0"/>
              </a:spcAft>
              <a:buClr>
                <a:srgbClr val="032348"/>
              </a:buClr>
              <a:buSzPts val="980"/>
              <a:buFont typeface="Noto Sans Symbols"/>
              <a:buChar char="❖"/>
              <a:defRPr>
                <a:solidFill>
                  <a:srgbClr val="000000"/>
                </a:solidFill>
              </a:defRPr>
            </a:lvl5pPr>
            <a:lvl6pPr indent="-320039" lvl="5" marL="27432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rtl="1" algn="r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" name="Google Shape;23;p2"/>
          <p:cNvGrpSpPr/>
          <p:nvPr/>
        </p:nvGrpSpPr>
        <p:grpSpPr>
          <a:xfrm>
            <a:off x="9429243" y="137319"/>
            <a:ext cx="2527300" cy="792162"/>
            <a:chOff x="3467" y="348"/>
            <a:chExt cx="831" cy="380"/>
          </a:xfrm>
        </p:grpSpPr>
        <p:sp>
          <p:nvSpPr>
            <p:cNvPr id="24" name="Google Shape;24;p2"/>
            <p:cNvSpPr/>
            <p:nvPr/>
          </p:nvSpPr>
          <p:spPr>
            <a:xfrm flipH="1" rot="10800000">
              <a:off x="3467" y="348"/>
              <a:ext cx="36" cy="67"/>
            </a:xfrm>
            <a:custGeom>
              <a:rect b="b" l="l" r="r" t="t"/>
              <a:pathLst>
                <a:path extrusionOk="0" h="50" w="27">
                  <a:moveTo>
                    <a:pt x="27" y="28"/>
                  </a:moveTo>
                  <a:cubicBezTo>
                    <a:pt x="27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 flipH="1" rot="10800000">
              <a:off x="3511" y="363"/>
              <a:ext cx="45" cy="51"/>
            </a:xfrm>
            <a:custGeom>
              <a:rect b="b" l="l" r="r" t="t"/>
              <a:pathLst>
                <a:path extrusionOk="0" h="38" w="34">
                  <a:moveTo>
                    <a:pt x="34" y="20"/>
                  </a:moveTo>
                  <a:cubicBezTo>
                    <a:pt x="34" y="31"/>
                    <a:pt x="28" y="38"/>
                    <a:pt x="20" y="38"/>
                  </a:cubicBezTo>
                  <a:cubicBezTo>
                    <a:pt x="14" y="38"/>
                    <a:pt x="12" y="36"/>
                    <a:pt x="9" y="32"/>
                  </a:cubicBezTo>
                  <a:cubicBezTo>
                    <a:pt x="7" y="34"/>
                    <a:pt x="3" y="37"/>
                    <a:pt x="1" y="38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34"/>
                    <a:pt x="1" y="33"/>
                    <a:pt x="1" y="32"/>
                  </a:cubicBezTo>
                  <a:lnTo>
                    <a:pt x="3" y="30"/>
                  </a:lnTo>
                  <a:cubicBezTo>
                    <a:pt x="4" y="28"/>
                    <a:pt x="4" y="28"/>
                    <a:pt x="4" y="26"/>
                  </a:cubicBezTo>
                  <a:cubicBezTo>
                    <a:pt x="4" y="25"/>
                    <a:pt x="4" y="25"/>
                    <a:pt x="4" y="24"/>
                  </a:cubicBezTo>
                  <a:lnTo>
                    <a:pt x="1" y="0"/>
                  </a:lnTo>
                  <a:cubicBezTo>
                    <a:pt x="1" y="0"/>
                    <a:pt x="1" y="0"/>
                    <a:pt x="2" y="0"/>
                  </a:cubicBezTo>
                  <a:cubicBezTo>
                    <a:pt x="5" y="0"/>
                    <a:pt x="9" y="3"/>
                    <a:pt x="10" y="7"/>
                  </a:cubicBezTo>
                  <a:lnTo>
                    <a:pt x="12" y="25"/>
                  </a:lnTo>
                  <a:cubicBezTo>
                    <a:pt x="13" y="30"/>
                    <a:pt x="15" y="33"/>
                    <a:pt x="18" y="33"/>
                  </a:cubicBezTo>
                  <a:cubicBezTo>
                    <a:pt x="22" y="33"/>
                    <a:pt x="25" y="29"/>
                    <a:pt x="25" y="20"/>
                  </a:cubicBezTo>
                  <a:cubicBezTo>
                    <a:pt x="25" y="10"/>
                    <a:pt x="20" y="5"/>
                    <a:pt x="16" y="5"/>
                  </a:cubicBezTo>
                  <a:cubicBezTo>
                    <a:pt x="13" y="5"/>
                    <a:pt x="12" y="4"/>
                    <a:pt x="11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26" y="0"/>
                    <a:pt x="34" y="7"/>
                    <a:pt x="34" y="20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 flipH="1" rot="10800000">
              <a:off x="3566" y="362"/>
              <a:ext cx="46" cy="52"/>
            </a:xfrm>
            <a:custGeom>
              <a:rect b="b" l="l" r="r" t="t"/>
              <a:pathLst>
                <a:path extrusionOk="0" h="39" w="35">
                  <a:moveTo>
                    <a:pt x="22" y="25"/>
                  </a:moveTo>
                  <a:lnTo>
                    <a:pt x="22" y="38"/>
                  </a:lnTo>
                  <a:cubicBezTo>
                    <a:pt x="17" y="38"/>
                    <a:pt x="13" y="36"/>
                    <a:pt x="13" y="30"/>
                  </a:cubicBezTo>
                  <a:lnTo>
                    <a:pt x="13" y="14"/>
                  </a:lnTo>
                  <a:cubicBezTo>
                    <a:pt x="18" y="15"/>
                    <a:pt x="22" y="18"/>
                    <a:pt x="22" y="25"/>
                  </a:cubicBezTo>
                  <a:close/>
                  <a:moveTo>
                    <a:pt x="35" y="24"/>
                  </a:moveTo>
                  <a:lnTo>
                    <a:pt x="35" y="38"/>
                  </a:lnTo>
                  <a:cubicBezTo>
                    <a:pt x="30" y="38"/>
                    <a:pt x="26" y="36"/>
                    <a:pt x="26" y="30"/>
                  </a:cubicBezTo>
                  <a:lnTo>
                    <a:pt x="26" y="23"/>
                  </a:lnTo>
                  <a:cubicBezTo>
                    <a:pt x="26" y="12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9"/>
                  </a:lnTo>
                  <a:cubicBezTo>
                    <a:pt x="2" y="38"/>
                    <a:pt x="0" y="34"/>
                    <a:pt x="0" y="30"/>
                  </a:cubicBezTo>
                  <a:cubicBezTo>
                    <a:pt x="0" y="30"/>
                    <a:pt x="0" y="29"/>
                    <a:pt x="0" y="29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4" y="0"/>
                    <a:pt x="35" y="10"/>
                    <a:pt x="35" y="24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 flipH="1" rot="10800000">
              <a:off x="3623" y="363"/>
              <a:ext cx="38" cy="52"/>
            </a:xfrm>
            <a:custGeom>
              <a:rect b="b" l="l" r="r" t="t"/>
              <a:pathLst>
                <a:path extrusionOk="0" h="39" w="29">
                  <a:moveTo>
                    <a:pt x="29" y="8"/>
                  </a:moveTo>
                  <a:lnTo>
                    <a:pt x="29" y="22"/>
                  </a:lnTo>
                  <a:cubicBezTo>
                    <a:pt x="29" y="33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lnTo>
                    <a:pt x="0" y="1"/>
                  </a:lnTo>
                  <a:cubicBezTo>
                    <a:pt x="5" y="1"/>
                    <a:pt x="8" y="2"/>
                    <a:pt x="8" y="8"/>
                  </a:cubicBezTo>
                  <a:lnTo>
                    <a:pt x="8" y="34"/>
                  </a:lnTo>
                  <a:cubicBezTo>
                    <a:pt x="9" y="34"/>
                    <a:pt x="9" y="34"/>
                    <a:pt x="10" y="34"/>
                  </a:cubicBezTo>
                  <a:cubicBezTo>
                    <a:pt x="14" y="34"/>
                    <a:pt x="21" y="31"/>
                    <a:pt x="21" y="22"/>
                  </a:cubicBezTo>
                  <a:lnTo>
                    <a:pt x="21" y="0"/>
                  </a:lnTo>
                  <a:cubicBezTo>
                    <a:pt x="24" y="0"/>
                    <a:pt x="29" y="3"/>
                    <a:pt x="29" y="8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 flipH="1" rot="10800000">
              <a:off x="3689" y="363"/>
              <a:ext cx="47" cy="52"/>
            </a:xfrm>
            <a:custGeom>
              <a:rect b="b" l="l" r="r" t="t"/>
              <a:pathLst>
                <a:path extrusionOk="0" h="39" w="35">
                  <a:moveTo>
                    <a:pt x="35" y="9"/>
                  </a:moveTo>
                  <a:lnTo>
                    <a:pt x="35" y="22"/>
                  </a:lnTo>
                  <a:cubicBezTo>
                    <a:pt x="35" y="33"/>
                    <a:pt x="27" y="39"/>
                    <a:pt x="17" y="39"/>
                  </a:cubicBezTo>
                  <a:cubicBezTo>
                    <a:pt x="12" y="39"/>
                    <a:pt x="6" y="38"/>
                    <a:pt x="3" y="36"/>
                  </a:cubicBezTo>
                  <a:cubicBezTo>
                    <a:pt x="3" y="34"/>
                    <a:pt x="5" y="33"/>
                    <a:pt x="6" y="33"/>
                  </a:cubicBezTo>
                  <a:lnTo>
                    <a:pt x="6" y="8"/>
                  </a:lnTo>
                  <a:cubicBezTo>
                    <a:pt x="6" y="6"/>
                    <a:pt x="5" y="5"/>
                    <a:pt x="4" y="5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0" y="2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11" y="0"/>
                    <a:pt x="15" y="3"/>
                    <a:pt x="15" y="10"/>
                  </a:cubicBezTo>
                  <a:lnTo>
                    <a:pt x="15" y="34"/>
                  </a:lnTo>
                  <a:cubicBezTo>
                    <a:pt x="15" y="34"/>
                    <a:pt x="15" y="34"/>
                    <a:pt x="16" y="34"/>
                  </a:cubicBezTo>
                  <a:cubicBezTo>
                    <a:pt x="20" y="34"/>
                    <a:pt x="27" y="31"/>
                    <a:pt x="27" y="22"/>
                  </a:cubicBezTo>
                  <a:lnTo>
                    <a:pt x="27" y="0"/>
                  </a:lnTo>
                  <a:cubicBezTo>
                    <a:pt x="32" y="0"/>
                    <a:pt x="35" y="3"/>
                    <a:pt x="35" y="9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flipH="1" rot="10800000">
              <a:off x="3745" y="364"/>
              <a:ext cx="45" cy="51"/>
            </a:xfrm>
            <a:custGeom>
              <a:rect b="b" l="l" r="r" t="t"/>
              <a:pathLst>
                <a:path extrusionOk="0" h="38" w="34">
                  <a:moveTo>
                    <a:pt x="34" y="20"/>
                  </a:moveTo>
                  <a:cubicBezTo>
                    <a:pt x="34" y="30"/>
                    <a:pt x="28" y="38"/>
                    <a:pt x="19" y="38"/>
                  </a:cubicBezTo>
                  <a:lnTo>
                    <a:pt x="0" y="38"/>
                  </a:lnTo>
                  <a:cubicBezTo>
                    <a:pt x="0" y="36"/>
                    <a:pt x="2" y="33"/>
                    <a:pt x="5" y="33"/>
                  </a:cubicBezTo>
                  <a:lnTo>
                    <a:pt x="8" y="33"/>
                  </a:lnTo>
                  <a:cubicBezTo>
                    <a:pt x="4" y="32"/>
                    <a:pt x="1" y="27"/>
                    <a:pt x="1" y="20"/>
                  </a:cubicBezTo>
                  <a:cubicBezTo>
                    <a:pt x="1" y="9"/>
                    <a:pt x="8" y="0"/>
                    <a:pt x="17" y="0"/>
                  </a:cubicBezTo>
                  <a:cubicBezTo>
                    <a:pt x="26" y="0"/>
                    <a:pt x="34" y="8"/>
                    <a:pt x="34" y="20"/>
                  </a:cubicBezTo>
                  <a:close/>
                  <a:moveTo>
                    <a:pt x="25" y="20"/>
                  </a:moveTo>
                  <a:cubicBezTo>
                    <a:pt x="25" y="11"/>
                    <a:pt x="21" y="5"/>
                    <a:pt x="17" y="5"/>
                  </a:cubicBezTo>
                  <a:cubicBezTo>
                    <a:pt x="13" y="5"/>
                    <a:pt x="10" y="11"/>
                    <a:pt x="10" y="20"/>
                  </a:cubicBezTo>
                  <a:cubicBezTo>
                    <a:pt x="10" y="28"/>
                    <a:pt x="13" y="34"/>
                    <a:pt x="17" y="34"/>
                  </a:cubicBezTo>
                  <a:cubicBezTo>
                    <a:pt x="21" y="34"/>
                    <a:pt x="25" y="28"/>
                    <a:pt x="25" y="20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flipH="1" rot="10800000">
              <a:off x="3797" y="364"/>
              <a:ext cx="40" cy="51"/>
            </a:xfrm>
            <a:custGeom>
              <a:rect b="b" l="l" r="r" t="t"/>
              <a:pathLst>
                <a:path extrusionOk="0" h="38" w="30">
                  <a:moveTo>
                    <a:pt x="30" y="38"/>
                  </a:moveTo>
                  <a:lnTo>
                    <a:pt x="0" y="38"/>
                  </a:lnTo>
                  <a:cubicBezTo>
                    <a:pt x="0" y="37"/>
                    <a:pt x="1" y="33"/>
                    <a:pt x="4" y="33"/>
                  </a:cubicBezTo>
                  <a:lnTo>
                    <a:pt x="18" y="33"/>
                  </a:lnTo>
                  <a:cubicBezTo>
                    <a:pt x="16" y="32"/>
                    <a:pt x="13" y="30"/>
                    <a:pt x="13" y="27"/>
                  </a:cubicBezTo>
                  <a:lnTo>
                    <a:pt x="13" y="0"/>
                  </a:lnTo>
                  <a:cubicBezTo>
                    <a:pt x="17" y="0"/>
                    <a:pt x="21" y="3"/>
                    <a:pt x="21" y="8"/>
                  </a:cubicBezTo>
                  <a:lnTo>
                    <a:pt x="21" y="28"/>
                  </a:lnTo>
                  <a:cubicBezTo>
                    <a:pt x="21" y="31"/>
                    <a:pt x="24" y="33"/>
                    <a:pt x="26" y="33"/>
                  </a:cubicBezTo>
                  <a:cubicBezTo>
                    <a:pt x="29" y="33"/>
                    <a:pt x="30" y="36"/>
                    <a:pt x="30" y="38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flipH="1" rot="10800000">
              <a:off x="3843" y="363"/>
              <a:ext cx="23" cy="49"/>
            </a:xfrm>
            <a:custGeom>
              <a:rect b="b" l="l" r="r" t="t"/>
              <a:pathLst>
                <a:path extrusionOk="0" h="37" w="17">
                  <a:moveTo>
                    <a:pt x="17" y="6"/>
                  </a:moveTo>
                  <a:lnTo>
                    <a:pt x="17" y="26"/>
                  </a:lnTo>
                  <a:cubicBezTo>
                    <a:pt x="17" y="33"/>
                    <a:pt x="11" y="37"/>
                    <a:pt x="5" y="37"/>
                  </a:cubicBezTo>
                  <a:cubicBezTo>
                    <a:pt x="4" y="37"/>
                    <a:pt x="1" y="37"/>
                    <a:pt x="0" y="36"/>
                  </a:cubicBezTo>
                  <a:cubicBezTo>
                    <a:pt x="1" y="34"/>
                    <a:pt x="3" y="32"/>
                    <a:pt x="4" y="32"/>
                  </a:cubicBezTo>
                  <a:cubicBezTo>
                    <a:pt x="6" y="32"/>
                    <a:pt x="8" y="29"/>
                    <a:pt x="8" y="26"/>
                  </a:cubicBezTo>
                  <a:lnTo>
                    <a:pt x="8" y="5"/>
                  </a:lnTo>
                  <a:lnTo>
                    <a:pt x="4" y="5"/>
                  </a:lnTo>
                  <a:cubicBezTo>
                    <a:pt x="2" y="5"/>
                    <a:pt x="0" y="2"/>
                    <a:pt x="0" y="0"/>
                  </a:cubicBezTo>
                  <a:lnTo>
                    <a:pt x="11" y="0"/>
                  </a:lnTo>
                  <a:cubicBezTo>
                    <a:pt x="15" y="0"/>
                    <a:pt x="17" y="3"/>
                    <a:pt x="17" y="6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 flipH="1" rot="10800000">
              <a:off x="3875" y="363"/>
              <a:ext cx="39" cy="52"/>
            </a:xfrm>
            <a:custGeom>
              <a:rect b="b" l="l" r="r" t="t"/>
              <a:pathLst>
                <a:path extrusionOk="0" h="39" w="2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0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flipH="1" rot="10800000">
              <a:off x="3923" y="348"/>
              <a:ext cx="35" cy="67"/>
            </a:xfrm>
            <a:custGeom>
              <a:rect b="b" l="l" r="r" t="t"/>
              <a:pathLst>
                <a:path extrusionOk="0" h="50" w="26">
                  <a:moveTo>
                    <a:pt x="26" y="28"/>
                  </a:moveTo>
                  <a:cubicBezTo>
                    <a:pt x="26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5" y="6"/>
                    <a:pt x="4" y="4"/>
                    <a:pt x="4" y="0"/>
                  </a:cubicBezTo>
                  <a:cubicBezTo>
                    <a:pt x="12" y="1"/>
                    <a:pt x="26" y="11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 flipH="1" rot="10800000">
              <a:off x="3990" y="363"/>
              <a:ext cx="40" cy="52"/>
            </a:xfrm>
            <a:custGeom>
              <a:rect b="b" l="l" r="r" t="t"/>
              <a:pathLst>
                <a:path extrusionOk="0" h="39" w="30">
                  <a:moveTo>
                    <a:pt x="30" y="8"/>
                  </a:moveTo>
                  <a:lnTo>
                    <a:pt x="30" y="22"/>
                  </a:lnTo>
                  <a:cubicBezTo>
                    <a:pt x="30" y="32"/>
                    <a:pt x="22" y="39"/>
                    <a:pt x="11" y="39"/>
                  </a:cubicBezTo>
                  <a:cubicBezTo>
                    <a:pt x="7" y="39"/>
                    <a:pt x="3" y="38"/>
                    <a:pt x="0" y="37"/>
                  </a:cubicBezTo>
                  <a:cubicBezTo>
                    <a:pt x="1" y="35"/>
                    <a:pt x="3" y="33"/>
                    <a:pt x="4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7" y="34"/>
                    <a:pt x="8" y="34"/>
                    <a:pt x="10" y="34"/>
                  </a:cubicBezTo>
                  <a:cubicBezTo>
                    <a:pt x="18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6" y="0"/>
                    <a:pt x="30" y="3"/>
                    <a:pt x="30" y="8"/>
                  </a:cubicBezTo>
                  <a:close/>
                  <a:moveTo>
                    <a:pt x="10" y="8"/>
                  </a:moveTo>
                  <a:lnTo>
                    <a:pt x="10" y="18"/>
                  </a:lnTo>
                  <a:cubicBezTo>
                    <a:pt x="10" y="21"/>
                    <a:pt x="8" y="23"/>
                    <a:pt x="6" y="23"/>
                  </a:cubicBezTo>
                  <a:cubicBezTo>
                    <a:pt x="4" y="23"/>
                    <a:pt x="2" y="21"/>
                    <a:pt x="2" y="18"/>
                  </a:cubicBezTo>
                  <a:lnTo>
                    <a:pt x="2" y="0"/>
                  </a:lnTo>
                  <a:cubicBezTo>
                    <a:pt x="6" y="0"/>
                    <a:pt x="10" y="3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 flipH="1" rot="10800000">
              <a:off x="4039" y="363"/>
              <a:ext cx="42" cy="51"/>
            </a:xfrm>
            <a:custGeom>
              <a:rect b="b" l="l" r="r" t="t"/>
              <a:pathLst>
                <a:path extrusionOk="0" h="38" w="32">
                  <a:moveTo>
                    <a:pt x="32" y="23"/>
                  </a:moveTo>
                  <a:cubicBezTo>
                    <a:pt x="32" y="32"/>
                    <a:pt x="26" y="38"/>
                    <a:pt x="18" y="38"/>
                  </a:cubicBezTo>
                  <a:cubicBezTo>
                    <a:pt x="17" y="38"/>
                    <a:pt x="13" y="38"/>
                    <a:pt x="11" y="36"/>
                  </a:cubicBezTo>
                  <a:cubicBezTo>
                    <a:pt x="12" y="34"/>
                    <a:pt x="13" y="33"/>
                    <a:pt x="15" y="33"/>
                  </a:cubicBezTo>
                  <a:cubicBezTo>
                    <a:pt x="15" y="33"/>
                    <a:pt x="16" y="33"/>
                    <a:pt x="16" y="33"/>
                  </a:cubicBezTo>
                  <a:cubicBezTo>
                    <a:pt x="16" y="33"/>
                    <a:pt x="17" y="33"/>
                    <a:pt x="17" y="33"/>
                  </a:cubicBezTo>
                  <a:cubicBezTo>
                    <a:pt x="20" y="33"/>
                    <a:pt x="23" y="29"/>
                    <a:pt x="23" y="22"/>
                  </a:cubicBezTo>
                  <a:cubicBezTo>
                    <a:pt x="23" y="13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8"/>
                  </a:lnTo>
                  <a:cubicBezTo>
                    <a:pt x="3" y="38"/>
                    <a:pt x="0" y="34"/>
                    <a:pt x="0" y="31"/>
                  </a:cubicBezTo>
                  <a:cubicBezTo>
                    <a:pt x="0" y="30"/>
                    <a:pt x="0" y="30"/>
                    <a:pt x="0" y="30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5" y="0"/>
                    <a:pt x="32" y="11"/>
                    <a:pt x="32" y="23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 flipH="1" rot="10800000">
              <a:off x="4089" y="348"/>
              <a:ext cx="36" cy="67"/>
            </a:xfrm>
            <a:custGeom>
              <a:rect b="b" l="l" r="r" t="t"/>
              <a:pathLst>
                <a:path extrusionOk="0" h="50" w="27">
                  <a:moveTo>
                    <a:pt x="27" y="28"/>
                  </a:moveTo>
                  <a:cubicBezTo>
                    <a:pt x="27" y="35"/>
                    <a:pt x="23" y="38"/>
                    <a:pt x="18" y="38"/>
                  </a:cubicBezTo>
                  <a:lnTo>
                    <a:pt x="9" y="38"/>
                  </a:lnTo>
                  <a:lnTo>
                    <a:pt x="9" y="50"/>
                  </a:lnTo>
                  <a:cubicBezTo>
                    <a:pt x="5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4" y="33"/>
                    <a:pt x="18" y="33"/>
                    <a:pt x="18" y="26"/>
                  </a:cubicBezTo>
                  <a:cubicBezTo>
                    <a:pt x="18" y="17"/>
                    <a:pt x="13" y="10"/>
                    <a:pt x="9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 flipH="1" rot="10800000">
              <a:off x="4134" y="363"/>
              <a:ext cx="12" cy="52"/>
            </a:xfrm>
            <a:custGeom>
              <a:rect b="b" l="l" r="r" t="t"/>
              <a:pathLst>
                <a:path extrusionOk="0" h="39" w="9">
                  <a:moveTo>
                    <a:pt x="9" y="8"/>
                  </a:moveTo>
                  <a:lnTo>
                    <a:pt x="9" y="34"/>
                  </a:lnTo>
                  <a:cubicBezTo>
                    <a:pt x="9" y="37"/>
                    <a:pt x="7" y="39"/>
                    <a:pt x="5" y="39"/>
                  </a:cubicBezTo>
                  <a:cubicBezTo>
                    <a:pt x="2" y="39"/>
                    <a:pt x="0" y="37"/>
                    <a:pt x="0" y="34"/>
                  </a:cubicBezTo>
                  <a:lnTo>
                    <a:pt x="0" y="0"/>
                  </a:lnTo>
                  <a:cubicBezTo>
                    <a:pt x="6" y="0"/>
                    <a:pt x="9" y="5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flipH="1" rot="10800000">
              <a:off x="4154" y="364"/>
              <a:ext cx="46" cy="66"/>
            </a:xfrm>
            <a:custGeom>
              <a:rect b="b" l="l" r="r" t="t"/>
              <a:pathLst>
                <a:path extrusionOk="0" h="49" w="34">
                  <a:moveTo>
                    <a:pt x="34" y="35"/>
                  </a:moveTo>
                  <a:cubicBezTo>
                    <a:pt x="34" y="43"/>
                    <a:pt x="28" y="49"/>
                    <a:pt x="19" y="49"/>
                  </a:cubicBezTo>
                  <a:lnTo>
                    <a:pt x="0" y="49"/>
                  </a:lnTo>
                  <a:cubicBezTo>
                    <a:pt x="0" y="47"/>
                    <a:pt x="2" y="44"/>
                    <a:pt x="5" y="44"/>
                  </a:cubicBezTo>
                  <a:lnTo>
                    <a:pt x="8" y="44"/>
                  </a:lnTo>
                  <a:cubicBezTo>
                    <a:pt x="5" y="43"/>
                    <a:pt x="3" y="39"/>
                    <a:pt x="3" y="33"/>
                  </a:cubicBezTo>
                  <a:lnTo>
                    <a:pt x="3" y="0"/>
                  </a:lnTo>
                  <a:cubicBezTo>
                    <a:pt x="8" y="0"/>
                    <a:pt x="11" y="4"/>
                    <a:pt x="11" y="8"/>
                  </a:cubicBezTo>
                  <a:lnTo>
                    <a:pt x="11" y="34"/>
                  </a:lnTo>
                  <a:cubicBezTo>
                    <a:pt x="11" y="42"/>
                    <a:pt x="14" y="44"/>
                    <a:pt x="17" y="44"/>
                  </a:cubicBezTo>
                  <a:cubicBezTo>
                    <a:pt x="21" y="44"/>
                    <a:pt x="25" y="41"/>
                    <a:pt x="25" y="34"/>
                  </a:cubicBezTo>
                  <a:cubicBezTo>
                    <a:pt x="25" y="25"/>
                    <a:pt x="21" y="21"/>
                    <a:pt x="18" y="19"/>
                  </a:cubicBezTo>
                  <a:cubicBezTo>
                    <a:pt x="15" y="18"/>
                    <a:pt x="14" y="16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23" y="14"/>
                    <a:pt x="34" y="22"/>
                    <a:pt x="34" y="35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flipH="1" rot="10800000">
              <a:off x="4209" y="363"/>
              <a:ext cx="41" cy="51"/>
            </a:xfrm>
            <a:custGeom>
              <a:rect b="b" l="l" r="r" t="t"/>
              <a:pathLst>
                <a:path extrusionOk="0" h="38" w="31">
                  <a:moveTo>
                    <a:pt x="31" y="20"/>
                  </a:moveTo>
                  <a:cubicBezTo>
                    <a:pt x="31" y="31"/>
                    <a:pt x="26" y="38"/>
                    <a:pt x="15" y="38"/>
                  </a:cubicBezTo>
                  <a:cubicBezTo>
                    <a:pt x="5" y="38"/>
                    <a:pt x="0" y="32"/>
                    <a:pt x="0" y="23"/>
                  </a:cubicBezTo>
                  <a:cubicBezTo>
                    <a:pt x="0" y="18"/>
                    <a:pt x="4" y="13"/>
                    <a:pt x="8" y="12"/>
                  </a:cubicBezTo>
                  <a:cubicBezTo>
                    <a:pt x="8" y="12"/>
                    <a:pt x="8" y="12"/>
                    <a:pt x="9" y="12"/>
                  </a:cubicBezTo>
                  <a:cubicBezTo>
                    <a:pt x="10" y="12"/>
                    <a:pt x="12" y="13"/>
                    <a:pt x="13" y="15"/>
                  </a:cubicBezTo>
                  <a:cubicBezTo>
                    <a:pt x="10" y="16"/>
                    <a:pt x="8" y="19"/>
                    <a:pt x="8" y="24"/>
                  </a:cubicBezTo>
                  <a:cubicBezTo>
                    <a:pt x="8" y="31"/>
                    <a:pt x="11" y="33"/>
                    <a:pt x="15" y="33"/>
                  </a:cubicBezTo>
                  <a:cubicBezTo>
                    <a:pt x="18" y="33"/>
                    <a:pt x="22" y="29"/>
                    <a:pt x="22" y="20"/>
                  </a:cubicBezTo>
                  <a:cubicBezTo>
                    <a:pt x="22" y="11"/>
                    <a:pt x="18" y="5"/>
                    <a:pt x="12" y="5"/>
                  </a:cubicBezTo>
                  <a:cubicBezTo>
                    <a:pt x="10" y="5"/>
                    <a:pt x="9" y="5"/>
                    <a:pt x="7" y="6"/>
                  </a:cubicBezTo>
                  <a:cubicBezTo>
                    <a:pt x="7" y="6"/>
                    <a:pt x="7" y="6"/>
                    <a:pt x="6" y="6"/>
                  </a:cubicBezTo>
                  <a:cubicBezTo>
                    <a:pt x="5" y="6"/>
                    <a:pt x="3" y="5"/>
                    <a:pt x="2" y="3"/>
                  </a:cubicBezTo>
                  <a:cubicBezTo>
                    <a:pt x="4" y="1"/>
                    <a:pt x="8" y="0"/>
                    <a:pt x="13" y="0"/>
                  </a:cubicBezTo>
                  <a:cubicBezTo>
                    <a:pt x="23" y="0"/>
                    <a:pt x="31" y="7"/>
                    <a:pt x="31" y="20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flipH="1" rot="10800000">
              <a:off x="4259" y="363"/>
              <a:ext cx="39" cy="52"/>
            </a:xfrm>
            <a:custGeom>
              <a:rect b="b" l="l" r="r" t="t"/>
              <a:pathLst>
                <a:path extrusionOk="0" h="39" w="2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 flipH="1" rot="10800000">
              <a:off x="3764" y="675"/>
              <a:ext cx="38" cy="41"/>
            </a:xfrm>
            <a:custGeom>
              <a:rect b="b" l="l" r="r" t="t"/>
              <a:pathLst>
                <a:path extrusionOk="0" h="31" w="29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8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8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 flipH="1" rot="10800000">
              <a:off x="3810" y="675"/>
              <a:ext cx="29" cy="41"/>
            </a:xfrm>
            <a:custGeom>
              <a:rect b="b" l="l" r="r" t="t"/>
              <a:pathLst>
                <a:path extrusionOk="0" h="31" w="22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6" y="31"/>
                    <a:pt x="8" y="31"/>
                  </a:cubicBezTo>
                  <a:cubicBezTo>
                    <a:pt x="5" y="31"/>
                    <a:pt x="1" y="30"/>
                    <a:pt x="0" y="29"/>
                  </a:cubicBezTo>
                  <a:cubicBezTo>
                    <a:pt x="0" y="28"/>
                    <a:pt x="1" y="28"/>
                    <a:pt x="2" y="28"/>
                  </a:cubicBezTo>
                  <a:cubicBezTo>
                    <a:pt x="2" y="28"/>
                    <a:pt x="3" y="28"/>
                    <a:pt x="3" y="28"/>
                  </a:cubicBezTo>
                  <a:cubicBezTo>
                    <a:pt x="4" y="28"/>
                    <a:pt x="5" y="29"/>
                    <a:pt x="7" y="29"/>
                  </a:cubicBezTo>
                  <a:cubicBezTo>
                    <a:pt x="14" y="29"/>
                    <a:pt x="17" y="24"/>
                    <a:pt x="17" y="17"/>
                  </a:cubicBezTo>
                  <a:lnTo>
                    <a:pt x="17" y="0"/>
                  </a:lnTo>
                  <a:cubicBezTo>
                    <a:pt x="19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 flipH="1" rot="10800000">
              <a:off x="3850" y="675"/>
              <a:ext cx="5" cy="41"/>
            </a:xfrm>
            <a:custGeom>
              <a:rect b="b" l="l" r="r" t="t"/>
              <a:pathLst>
                <a:path extrusionOk="0" h="31" w="4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flipH="1" rot="10800000">
              <a:off x="3866" y="675"/>
              <a:ext cx="37" cy="41"/>
            </a:xfrm>
            <a:custGeom>
              <a:rect b="b" l="l" r="r" t="t"/>
              <a:pathLst>
                <a:path extrusionOk="0" h="31" w="28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4" y="29"/>
                    <a:pt x="24" y="26"/>
                  </a:cubicBezTo>
                  <a:lnTo>
                    <a:pt x="24" y="19"/>
                  </a:lnTo>
                  <a:cubicBezTo>
                    <a:pt x="24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5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flipH="1" rot="10800000">
              <a:off x="3912" y="675"/>
              <a:ext cx="35" cy="53"/>
            </a:xfrm>
            <a:custGeom>
              <a:rect b="b" l="l" r="r" t="t"/>
              <a:pathLst>
                <a:path extrusionOk="0" h="40" w="26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7" y="37"/>
                  </a:lnTo>
                  <a:cubicBezTo>
                    <a:pt x="5" y="36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flipH="1" rot="10800000">
              <a:off x="3954" y="675"/>
              <a:ext cx="38" cy="41"/>
            </a:xfrm>
            <a:custGeom>
              <a:rect b="b" l="l" r="r" t="t"/>
              <a:pathLst>
                <a:path extrusionOk="0" h="31" w="29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1" y="0"/>
                    <a:pt x="3" y="0"/>
                  </a:cubicBezTo>
                  <a:cubicBezTo>
                    <a:pt x="7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7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 flipH="1" rot="10800000">
              <a:off x="3768" y="581"/>
              <a:ext cx="33" cy="40"/>
            </a:xfrm>
            <a:custGeom>
              <a:rect b="b" l="l" r="r" t="t"/>
              <a:pathLst>
                <a:path extrusionOk="0" h="30" w="25">
                  <a:moveTo>
                    <a:pt x="25" y="3"/>
                  </a:moveTo>
                  <a:lnTo>
                    <a:pt x="25" y="16"/>
                  </a:lnTo>
                  <a:cubicBezTo>
                    <a:pt x="25" y="25"/>
                    <a:pt x="18" y="30"/>
                    <a:pt x="9" y="30"/>
                  </a:cubicBezTo>
                  <a:cubicBezTo>
                    <a:pt x="5" y="30"/>
                    <a:pt x="1" y="29"/>
                    <a:pt x="0" y="28"/>
                  </a:cubicBezTo>
                  <a:lnTo>
                    <a:pt x="0" y="0"/>
                  </a:lnTo>
                  <a:lnTo>
                    <a:pt x="21" y="0"/>
                  </a:lnTo>
                  <a:cubicBezTo>
                    <a:pt x="22" y="0"/>
                    <a:pt x="24" y="1"/>
                    <a:pt x="25" y="3"/>
                  </a:cubicBezTo>
                  <a:close/>
                  <a:moveTo>
                    <a:pt x="20" y="3"/>
                  </a:moveTo>
                  <a:lnTo>
                    <a:pt x="4" y="3"/>
                  </a:lnTo>
                  <a:lnTo>
                    <a:pt x="4" y="27"/>
                  </a:lnTo>
                  <a:cubicBezTo>
                    <a:pt x="5" y="28"/>
                    <a:pt x="7" y="28"/>
                    <a:pt x="8" y="28"/>
                  </a:cubicBezTo>
                  <a:cubicBezTo>
                    <a:pt x="14" y="28"/>
                    <a:pt x="20" y="24"/>
                    <a:pt x="20" y="16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 flipH="1" rot="10800000">
              <a:off x="3812" y="581"/>
              <a:ext cx="5" cy="24"/>
            </a:xfrm>
            <a:custGeom>
              <a:rect b="b" l="l" r="r" t="t"/>
              <a:pathLst>
                <a:path extrusionOk="0" h="18" w="4">
                  <a:moveTo>
                    <a:pt x="4" y="5"/>
                  </a:moveTo>
                  <a:lnTo>
                    <a:pt x="4" y="15"/>
                  </a:lnTo>
                  <a:cubicBezTo>
                    <a:pt x="4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 flipH="1" rot="10800000">
              <a:off x="3825" y="581"/>
              <a:ext cx="34" cy="40"/>
            </a:xfrm>
            <a:custGeom>
              <a:rect b="b" l="l" r="r" t="t"/>
              <a:pathLst>
                <a:path extrusionOk="0" h="30" w="26">
                  <a:moveTo>
                    <a:pt x="26" y="2"/>
                  </a:moveTo>
                  <a:lnTo>
                    <a:pt x="24" y="2"/>
                  </a:lnTo>
                  <a:cubicBezTo>
                    <a:pt x="23" y="2"/>
                    <a:pt x="23" y="3"/>
                    <a:pt x="23" y="3"/>
                  </a:cubicBezTo>
                  <a:lnTo>
                    <a:pt x="23" y="17"/>
                  </a:lnTo>
                  <a:cubicBezTo>
                    <a:pt x="23" y="26"/>
                    <a:pt x="17" y="30"/>
                    <a:pt x="9" y="30"/>
                  </a:cubicBezTo>
                  <a:cubicBezTo>
                    <a:pt x="6" y="30"/>
                    <a:pt x="3" y="29"/>
                    <a:pt x="1" y="28"/>
                  </a:cubicBezTo>
                  <a:cubicBezTo>
                    <a:pt x="1" y="27"/>
                    <a:pt x="2" y="27"/>
                    <a:pt x="3" y="27"/>
                  </a:cubicBezTo>
                  <a:cubicBezTo>
                    <a:pt x="3" y="27"/>
                    <a:pt x="4" y="27"/>
                    <a:pt x="4" y="27"/>
                  </a:cubicBezTo>
                  <a:cubicBezTo>
                    <a:pt x="5" y="27"/>
                    <a:pt x="7" y="28"/>
                    <a:pt x="8" y="28"/>
                  </a:cubicBezTo>
                  <a:cubicBezTo>
                    <a:pt x="15" y="28"/>
                    <a:pt x="18" y="23"/>
                    <a:pt x="18" y="16"/>
                  </a:cubicBezTo>
                  <a:lnTo>
                    <a:pt x="18" y="2"/>
                  </a:lnTo>
                  <a:lnTo>
                    <a:pt x="3" y="2"/>
                  </a:lnTo>
                  <a:cubicBezTo>
                    <a:pt x="2" y="2"/>
                    <a:pt x="0" y="2"/>
                    <a:pt x="0" y="0"/>
                  </a:cubicBezTo>
                  <a:lnTo>
                    <a:pt x="24" y="0"/>
                  </a:lnTo>
                  <a:cubicBezTo>
                    <a:pt x="25" y="0"/>
                    <a:pt x="26" y="1"/>
                    <a:pt x="26" y="2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 flipH="1" rot="10800000">
              <a:off x="3867" y="581"/>
              <a:ext cx="37" cy="42"/>
            </a:xfrm>
            <a:custGeom>
              <a:rect b="b" l="l" r="r" t="t"/>
              <a:pathLst>
                <a:path extrusionOk="0" h="31" w="28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3" y="29"/>
                    <a:pt x="23" y="26"/>
                  </a:cubicBezTo>
                  <a:lnTo>
                    <a:pt x="23" y="19"/>
                  </a:lnTo>
                  <a:cubicBezTo>
                    <a:pt x="23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 flipH="1" rot="10800000">
              <a:off x="3915" y="581"/>
              <a:ext cx="32" cy="42"/>
            </a:xfrm>
            <a:custGeom>
              <a:rect b="b" l="l" r="r" t="t"/>
              <a:pathLst>
                <a:path extrusionOk="0" h="31" w="24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7" y="31"/>
                    <a:pt x="9" y="31"/>
                  </a:cubicBezTo>
                  <a:cubicBezTo>
                    <a:pt x="5" y="31"/>
                    <a:pt x="2" y="30"/>
                    <a:pt x="0" y="29"/>
                  </a:cubicBezTo>
                  <a:lnTo>
                    <a:pt x="0" y="0"/>
                  </a:lnTo>
                  <a:cubicBezTo>
                    <a:pt x="2" y="0"/>
                    <a:pt x="4" y="1"/>
                    <a:pt x="4" y="5"/>
                  </a:cubicBezTo>
                  <a:lnTo>
                    <a:pt x="4" y="28"/>
                  </a:ln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9" y="24"/>
                    <a:pt x="19" y="17"/>
                  </a:cubicBezTo>
                  <a:lnTo>
                    <a:pt x="19" y="0"/>
                  </a:lnTo>
                  <a:cubicBezTo>
                    <a:pt x="22" y="0"/>
                    <a:pt x="24" y="2"/>
                    <a:pt x="24" y="5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 flipH="1" rot="10800000">
              <a:off x="3956" y="581"/>
              <a:ext cx="36" cy="42"/>
            </a:xfrm>
            <a:custGeom>
              <a:rect b="b" l="l" r="r" t="t"/>
              <a:pathLst>
                <a:path extrusionOk="0" h="31" w="27">
                  <a:moveTo>
                    <a:pt x="27" y="16"/>
                  </a:moveTo>
                  <a:cubicBezTo>
                    <a:pt x="27" y="25"/>
                    <a:pt x="22" y="31"/>
                    <a:pt x="15" y="31"/>
                  </a:cubicBezTo>
                  <a:cubicBezTo>
                    <a:pt x="11" y="31"/>
                    <a:pt x="8" y="29"/>
                    <a:pt x="6" y="26"/>
                  </a:cubicBezTo>
                  <a:cubicBezTo>
                    <a:pt x="4" y="28"/>
                    <a:pt x="2" y="30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29"/>
                    <a:pt x="0" y="28"/>
                    <a:pt x="1" y="27"/>
                  </a:cubicBezTo>
                  <a:lnTo>
                    <a:pt x="2" y="26"/>
                  </a:lnTo>
                  <a:cubicBezTo>
                    <a:pt x="3" y="25"/>
                    <a:pt x="3" y="24"/>
                    <a:pt x="3" y="22"/>
                  </a:cubicBezTo>
                  <a:cubicBezTo>
                    <a:pt x="3" y="22"/>
                    <a:pt x="3" y="21"/>
                    <a:pt x="2" y="20"/>
                  </a:cubicBezTo>
                  <a:lnTo>
                    <a:pt x="0" y="0"/>
                  </a:lnTo>
                  <a:cubicBezTo>
                    <a:pt x="0" y="0"/>
                    <a:pt x="1" y="0"/>
                    <a:pt x="1" y="0"/>
                  </a:cubicBezTo>
                  <a:cubicBezTo>
                    <a:pt x="3" y="0"/>
                    <a:pt x="4" y="2"/>
                    <a:pt x="5" y="5"/>
                  </a:cubicBezTo>
                  <a:lnTo>
                    <a:pt x="7" y="21"/>
                  </a:lnTo>
                  <a:cubicBezTo>
                    <a:pt x="8" y="26"/>
                    <a:pt x="11" y="28"/>
                    <a:pt x="14" y="28"/>
                  </a:cubicBezTo>
                  <a:cubicBezTo>
                    <a:pt x="19" y="28"/>
                    <a:pt x="22" y="24"/>
                    <a:pt x="22" y="16"/>
                  </a:cubicBezTo>
                  <a:cubicBezTo>
                    <a:pt x="22" y="9"/>
                    <a:pt x="18" y="3"/>
                    <a:pt x="12" y="3"/>
                  </a:cubicBezTo>
                  <a:cubicBezTo>
                    <a:pt x="11" y="3"/>
                    <a:pt x="10" y="3"/>
                    <a:pt x="9" y="3"/>
                  </a:cubicBezTo>
                  <a:cubicBezTo>
                    <a:pt x="9" y="3"/>
                    <a:pt x="8" y="3"/>
                    <a:pt x="7" y="1"/>
                  </a:cubicBezTo>
                  <a:cubicBezTo>
                    <a:pt x="8" y="1"/>
                    <a:pt x="1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0"/>
                    <a:pt x="27" y="6"/>
                    <a:pt x="27" y="16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 flipH="1" rot="10800000">
              <a:off x="3653" y="488"/>
              <a:ext cx="32" cy="41"/>
            </a:xfrm>
            <a:custGeom>
              <a:rect b="b" l="l" r="r" t="t"/>
              <a:pathLst>
                <a:path extrusionOk="0" h="31" w="24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8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4" y="28"/>
                    <a:pt x="4" y="28"/>
                  </a:cubicBezTo>
                  <a:cubicBezTo>
                    <a:pt x="5" y="29"/>
                    <a:pt x="7" y="29"/>
                    <a:pt x="8" y="29"/>
                  </a:cubicBezTo>
                  <a:cubicBezTo>
                    <a:pt x="15" y="29"/>
                    <a:pt x="20" y="24"/>
                    <a:pt x="20" y="17"/>
                  </a:cubicBezTo>
                  <a:lnTo>
                    <a:pt x="20" y="0"/>
                  </a:lnTo>
                  <a:cubicBezTo>
                    <a:pt x="22" y="0"/>
                    <a:pt x="24" y="2"/>
                    <a:pt x="24" y="5"/>
                  </a:cubicBezTo>
                  <a:close/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4" y="18"/>
                    <a:pt x="3" y="18"/>
                  </a:cubicBezTo>
                  <a:cubicBezTo>
                    <a:pt x="2" y="18"/>
                    <a:pt x="1" y="17"/>
                    <a:pt x="1" y="15"/>
                  </a:cubicBezTo>
                  <a:lnTo>
                    <a:pt x="1" y="0"/>
                  </a:lnTo>
                  <a:cubicBezTo>
                    <a:pt x="3" y="0"/>
                    <a:pt x="5" y="1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 flipH="1" rot="10800000">
              <a:off x="3694" y="488"/>
              <a:ext cx="35" cy="53"/>
            </a:xfrm>
            <a:custGeom>
              <a:rect b="b" l="l" r="r" t="t"/>
              <a:pathLst>
                <a:path extrusionOk="0" h="40" w="26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8" y="37"/>
                  </a:lnTo>
                  <a:cubicBezTo>
                    <a:pt x="5" y="37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 flipH="1" rot="10800000">
              <a:off x="3740" y="488"/>
              <a:ext cx="6" cy="24"/>
            </a:xfrm>
            <a:custGeom>
              <a:rect b="b" l="l" r="r" t="t"/>
              <a:pathLst>
                <a:path extrusionOk="0" h="18" w="5"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5" y="3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 flipH="1" rot="10800000">
              <a:off x="3754" y="488"/>
              <a:ext cx="16" cy="40"/>
            </a:xfrm>
            <a:custGeom>
              <a:rect b="b" l="l" r="r" t="t"/>
              <a:pathLst>
                <a:path extrusionOk="0" h="30" w="12">
                  <a:moveTo>
                    <a:pt x="12" y="3"/>
                  </a:moveTo>
                  <a:lnTo>
                    <a:pt x="12" y="21"/>
                  </a:lnTo>
                  <a:cubicBezTo>
                    <a:pt x="12" y="26"/>
                    <a:pt x="9" y="30"/>
                    <a:pt x="4" y="30"/>
                  </a:cubicBezTo>
                  <a:cubicBezTo>
                    <a:pt x="4" y="30"/>
                    <a:pt x="2" y="30"/>
                    <a:pt x="1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6" y="28"/>
                    <a:pt x="8" y="26"/>
                    <a:pt x="8" y="23"/>
                  </a:cubicBezTo>
                  <a:lnTo>
                    <a:pt x="8" y="3"/>
                  </a:lnTo>
                  <a:lnTo>
                    <a:pt x="3" y="3"/>
                  </a:lnTo>
                  <a:cubicBezTo>
                    <a:pt x="1" y="3"/>
                    <a:pt x="0" y="2"/>
                    <a:pt x="0" y="0"/>
                  </a:cubicBezTo>
                  <a:lnTo>
                    <a:pt x="9" y="0"/>
                  </a:lnTo>
                  <a:cubicBezTo>
                    <a:pt x="11" y="1"/>
                    <a:pt x="12" y="1"/>
                    <a:pt x="12" y="3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 flipH="1" rot="10800000">
              <a:off x="3782" y="488"/>
              <a:ext cx="6" cy="41"/>
            </a:xfrm>
            <a:custGeom>
              <a:rect b="b" l="l" r="r" t="t"/>
              <a:pathLst>
                <a:path extrusionOk="0" h="31" w="4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 flipH="1" rot="10800000">
              <a:off x="3796" y="488"/>
              <a:ext cx="29" cy="41"/>
            </a:xfrm>
            <a:custGeom>
              <a:rect b="b" l="l" r="r" t="t"/>
              <a:pathLst>
                <a:path extrusionOk="0" h="31" w="22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7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3" y="28"/>
                    <a:pt x="4" y="28"/>
                  </a:cubicBez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8" y="24"/>
                    <a:pt x="18" y="17"/>
                  </a:cubicBezTo>
                  <a:lnTo>
                    <a:pt x="18" y="0"/>
                  </a:lnTo>
                  <a:cubicBezTo>
                    <a:pt x="20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 flipH="1" rot="10800000">
              <a:off x="3835" y="488"/>
              <a:ext cx="35" cy="41"/>
            </a:xfrm>
            <a:custGeom>
              <a:rect b="b" l="l" r="r" t="t"/>
              <a:pathLst>
                <a:path extrusionOk="0" h="31" w="26">
                  <a:moveTo>
                    <a:pt x="26" y="19"/>
                  </a:moveTo>
                  <a:cubicBezTo>
                    <a:pt x="26" y="27"/>
                    <a:pt x="21" y="31"/>
                    <a:pt x="14" y="31"/>
                  </a:cubicBezTo>
                  <a:cubicBezTo>
                    <a:pt x="12" y="31"/>
                    <a:pt x="10" y="30"/>
                    <a:pt x="8" y="29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1" y="28"/>
                    <a:pt x="12" y="28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7" y="29"/>
                    <a:pt x="21" y="25"/>
                    <a:pt x="21" y="19"/>
                  </a:cubicBezTo>
                  <a:cubicBezTo>
                    <a:pt x="21" y="11"/>
                    <a:pt x="15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5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6" y="10"/>
                    <a:pt x="26" y="19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 flipH="1" rot="10800000">
              <a:off x="3876" y="488"/>
              <a:ext cx="36" cy="53"/>
            </a:xfrm>
            <a:custGeom>
              <a:rect b="b" l="l" r="r" t="t"/>
              <a:pathLst>
                <a:path extrusionOk="0" h="40" w="27">
                  <a:moveTo>
                    <a:pt x="27" y="28"/>
                  </a:moveTo>
                  <a:cubicBezTo>
                    <a:pt x="27" y="34"/>
                    <a:pt x="23" y="40"/>
                    <a:pt x="15" y="40"/>
                  </a:cubicBezTo>
                  <a:lnTo>
                    <a:pt x="0" y="40"/>
                  </a:lnTo>
                  <a:cubicBezTo>
                    <a:pt x="1" y="38"/>
                    <a:pt x="2" y="37"/>
                    <a:pt x="4" y="37"/>
                  </a:cubicBezTo>
                  <a:lnTo>
                    <a:pt x="8" y="37"/>
                  </a:lnTo>
                  <a:cubicBezTo>
                    <a:pt x="6" y="37"/>
                    <a:pt x="2" y="32"/>
                    <a:pt x="2" y="26"/>
                  </a:cubicBezTo>
                  <a:lnTo>
                    <a:pt x="2" y="0"/>
                  </a:lnTo>
                  <a:cubicBezTo>
                    <a:pt x="6" y="0"/>
                    <a:pt x="7" y="3"/>
                    <a:pt x="7" y="5"/>
                  </a:cubicBezTo>
                  <a:lnTo>
                    <a:pt x="7" y="27"/>
                  </a:lnTo>
                  <a:cubicBezTo>
                    <a:pt x="7" y="33"/>
                    <a:pt x="9" y="37"/>
                    <a:pt x="14" y="37"/>
                  </a:cubicBezTo>
                  <a:cubicBezTo>
                    <a:pt x="20" y="37"/>
                    <a:pt x="23" y="32"/>
                    <a:pt x="23" y="27"/>
                  </a:cubicBezTo>
                  <a:cubicBezTo>
                    <a:pt x="23" y="20"/>
                    <a:pt x="19" y="16"/>
                    <a:pt x="15" y="14"/>
                  </a:cubicBezTo>
                  <a:cubicBezTo>
                    <a:pt x="12" y="13"/>
                    <a:pt x="12" y="12"/>
                    <a:pt x="11" y="10"/>
                  </a:cubicBezTo>
                  <a:cubicBezTo>
                    <a:pt x="18" y="11"/>
                    <a:pt x="27" y="17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 flipH="1" rot="10800000">
              <a:off x="3922" y="478"/>
              <a:ext cx="28" cy="51"/>
            </a:xfrm>
            <a:custGeom>
              <a:rect b="b" l="l" r="r" t="t"/>
              <a:pathLst>
                <a:path extrusionOk="0" h="39" w="21">
                  <a:moveTo>
                    <a:pt x="21" y="22"/>
                  </a:moveTo>
                  <a:cubicBezTo>
                    <a:pt x="21" y="27"/>
                    <a:pt x="18" y="31"/>
                    <a:pt x="13" y="31"/>
                  </a:cubicBezTo>
                  <a:lnTo>
                    <a:pt x="4" y="31"/>
                  </a:lnTo>
                  <a:lnTo>
                    <a:pt x="4" y="39"/>
                  </a:lnTo>
                  <a:cubicBezTo>
                    <a:pt x="2" y="39"/>
                    <a:pt x="0" y="38"/>
                    <a:pt x="0" y="34"/>
                  </a:cubicBezTo>
                  <a:lnTo>
                    <a:pt x="0" y="28"/>
                  </a:lnTo>
                  <a:lnTo>
                    <a:pt x="11" y="28"/>
                  </a:lnTo>
                  <a:cubicBezTo>
                    <a:pt x="13" y="28"/>
                    <a:pt x="17" y="27"/>
                    <a:pt x="17" y="21"/>
                  </a:cubicBezTo>
                  <a:cubicBezTo>
                    <a:pt x="17" y="12"/>
                    <a:pt x="11" y="6"/>
                    <a:pt x="7" y="4"/>
                  </a:cubicBezTo>
                  <a:cubicBezTo>
                    <a:pt x="5" y="3"/>
                    <a:pt x="3" y="2"/>
                    <a:pt x="3" y="0"/>
                  </a:cubicBezTo>
                  <a:cubicBezTo>
                    <a:pt x="10" y="1"/>
                    <a:pt x="21" y="9"/>
                    <a:pt x="21" y="22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 flipH="1" rot="10800000">
              <a:off x="3960" y="488"/>
              <a:ext cx="32" cy="41"/>
            </a:xfrm>
            <a:custGeom>
              <a:rect b="b" l="l" r="r" t="t"/>
              <a:pathLst>
                <a:path extrusionOk="0" h="31" w="24">
                  <a:moveTo>
                    <a:pt x="24" y="2"/>
                  </a:moveTo>
                  <a:cubicBezTo>
                    <a:pt x="24" y="4"/>
                    <a:pt x="23" y="5"/>
                    <a:pt x="23" y="6"/>
                  </a:cubicBezTo>
                  <a:lnTo>
                    <a:pt x="17" y="12"/>
                  </a:lnTo>
                  <a:cubicBezTo>
                    <a:pt x="20" y="14"/>
                    <a:pt x="23" y="18"/>
                    <a:pt x="23" y="22"/>
                  </a:cubicBezTo>
                  <a:lnTo>
                    <a:pt x="23" y="31"/>
                  </a:lnTo>
                  <a:cubicBezTo>
                    <a:pt x="21" y="31"/>
                    <a:pt x="19" y="30"/>
                    <a:pt x="19" y="26"/>
                  </a:cubicBezTo>
                  <a:lnTo>
                    <a:pt x="19" y="20"/>
                  </a:lnTo>
                  <a:cubicBezTo>
                    <a:pt x="19" y="16"/>
                    <a:pt x="17" y="15"/>
                    <a:pt x="16" y="14"/>
                  </a:cubicBezTo>
                  <a:lnTo>
                    <a:pt x="1" y="31"/>
                  </a:lnTo>
                  <a:cubicBezTo>
                    <a:pt x="0" y="31"/>
                    <a:pt x="0" y="30"/>
                    <a:pt x="0" y="29"/>
                  </a:cubicBezTo>
                  <a:cubicBezTo>
                    <a:pt x="0" y="28"/>
                    <a:pt x="0" y="27"/>
                    <a:pt x="1" y="26"/>
                  </a:cubicBezTo>
                  <a:lnTo>
                    <a:pt x="6" y="20"/>
                  </a:lnTo>
                  <a:cubicBezTo>
                    <a:pt x="3" y="19"/>
                    <a:pt x="0" y="14"/>
                    <a:pt x="0" y="10"/>
                  </a:cubicBezTo>
                  <a:lnTo>
                    <a:pt x="0" y="0"/>
                  </a:lnTo>
                  <a:cubicBezTo>
                    <a:pt x="2" y="0"/>
                    <a:pt x="4" y="2"/>
                    <a:pt x="4" y="5"/>
                  </a:cubicBezTo>
                  <a:lnTo>
                    <a:pt x="4" y="11"/>
                  </a:lnTo>
                  <a:cubicBezTo>
                    <a:pt x="4" y="15"/>
                    <a:pt x="5" y="18"/>
                    <a:pt x="8" y="18"/>
                  </a:cubicBezTo>
                  <a:lnTo>
                    <a:pt x="23" y="0"/>
                  </a:lnTo>
                  <a:cubicBezTo>
                    <a:pt x="23" y="1"/>
                    <a:pt x="24" y="2"/>
                    <a:pt x="24" y="2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259" y="483"/>
              <a:ext cx="39" cy="38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201" y="484"/>
              <a:ext cx="37" cy="36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144" y="486"/>
              <a:ext cx="33" cy="34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085" y="487"/>
              <a:ext cx="32" cy="32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028" y="488"/>
              <a:ext cx="28" cy="29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259" y="580"/>
              <a:ext cx="39" cy="39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4201" y="581"/>
              <a:ext cx="37" cy="36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4144" y="583"/>
              <a:ext cx="33" cy="33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4085" y="584"/>
              <a:ext cx="32" cy="31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4028" y="585"/>
              <a:ext cx="28" cy="28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259" y="677"/>
              <a:ext cx="39" cy="39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201" y="679"/>
              <a:ext cx="37" cy="36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144" y="680"/>
              <a:ext cx="33" cy="33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85" y="681"/>
              <a:ext cx="32" cy="31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4028" y="683"/>
              <a:ext cx="28" cy="28"/>
            </a:xfrm>
            <a:prstGeom prst="rect">
              <a:avLst/>
            </a:prstGeom>
            <a:solidFill>
              <a:srgbClr val="0038F0"/>
            </a:solidFill>
            <a:ln cap="rnd" cmpd="sng" w="9525">
              <a:solidFill>
                <a:srgbClr val="003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descr="logo" id="78" name="Google Shape;7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9968" y="112199"/>
            <a:ext cx="76200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3"/>
          <p:cNvGrpSpPr/>
          <p:nvPr/>
        </p:nvGrpSpPr>
        <p:grpSpPr>
          <a:xfrm>
            <a:off x="5779911" y="1169931"/>
            <a:ext cx="6419780" cy="4993802"/>
            <a:chOff x="4334933" y="1169931"/>
            <a:chExt cx="4814835" cy="4993802"/>
          </a:xfrm>
        </p:grpSpPr>
        <p:cxnSp>
          <p:nvCxnSpPr>
            <p:cNvPr id="81" name="Google Shape;81;p3"/>
            <p:cNvCxnSpPr/>
            <p:nvPr/>
          </p:nvCxnSpPr>
          <p:spPr>
            <a:xfrm flipH="1">
              <a:off x="6009259" y="1169931"/>
              <a:ext cx="3134741" cy="3134741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3"/>
            <p:cNvCxnSpPr/>
            <p:nvPr/>
          </p:nvCxnSpPr>
          <p:spPr>
            <a:xfrm flipH="1">
              <a:off x="4334933" y="1348898"/>
              <a:ext cx="4814835" cy="4814835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3"/>
            <p:cNvCxnSpPr/>
            <p:nvPr/>
          </p:nvCxnSpPr>
          <p:spPr>
            <a:xfrm flipH="1">
              <a:off x="5225595" y="1469269"/>
              <a:ext cx="3912054" cy="3912054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3"/>
            <p:cNvCxnSpPr/>
            <p:nvPr/>
          </p:nvCxnSpPr>
          <p:spPr>
            <a:xfrm flipH="1">
              <a:off x="5304588" y="1307856"/>
              <a:ext cx="3839412" cy="3839412"/>
            </a:xfrm>
            <a:prstGeom prst="straightConnector1">
              <a:avLst/>
            </a:prstGeom>
            <a:noFill/>
            <a:ln cap="flat" cmpd="sng" w="317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3"/>
            <p:cNvCxnSpPr/>
            <p:nvPr/>
          </p:nvCxnSpPr>
          <p:spPr>
            <a:xfrm flipH="1">
              <a:off x="5707078" y="1770196"/>
              <a:ext cx="3430571" cy="3430570"/>
            </a:xfrm>
            <a:prstGeom prst="straightConnector1">
              <a:avLst/>
            </a:prstGeom>
            <a:noFill/>
            <a:ln cap="flat" cmpd="sng" w="317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6" name="Google Shape;86;p3"/>
          <p:cNvSpPr txBox="1"/>
          <p:nvPr>
            <p:ph type="ctrTitle"/>
          </p:nvPr>
        </p:nvSpPr>
        <p:spPr>
          <a:xfrm>
            <a:off x="711201" y="533401"/>
            <a:ext cx="8206284" cy="3124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  <a:defRPr sz="44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"/>
          <p:cNvSpPr txBox="1"/>
          <p:nvPr>
            <p:ph idx="1" type="subTitle"/>
          </p:nvPr>
        </p:nvSpPr>
        <p:spPr>
          <a:xfrm>
            <a:off x="711200" y="3843868"/>
            <a:ext cx="6605667" cy="191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lvl="1" rtl="1" algn="ctr">
              <a:spcBef>
                <a:spcPts val="6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rtl="1" algn="ctr">
              <a:spcBef>
                <a:spcPts val="6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rtl="1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rtl="1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rtl="1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rtl="1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rtl="1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rtl="1" algn="ctr">
              <a:spcBef>
                <a:spcPts val="600"/>
              </a:spcBef>
              <a:spcAft>
                <a:spcPts val="60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3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>
            <p:ph type="title"/>
          </p:nvPr>
        </p:nvSpPr>
        <p:spPr>
          <a:xfrm>
            <a:off x="711200" y="1981200"/>
            <a:ext cx="8536624" cy="2319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sz="3200" cap="none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"/>
          <p:cNvSpPr txBox="1"/>
          <p:nvPr>
            <p:ph idx="1" type="body"/>
          </p:nvPr>
        </p:nvSpPr>
        <p:spPr>
          <a:xfrm>
            <a:off x="711201" y="4487334"/>
            <a:ext cx="8536623" cy="1532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indent="-228600" lvl="1" marL="914400" rtl="1" algn="r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rtl="1" algn="r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4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 txBox="1"/>
          <p:nvPr>
            <p:ph type="title"/>
          </p:nvPr>
        </p:nvSpPr>
        <p:spPr>
          <a:xfrm>
            <a:off x="711201" y="4495800"/>
            <a:ext cx="8739823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"/>
          <p:cNvSpPr txBox="1"/>
          <p:nvPr>
            <p:ph idx="1" type="body"/>
          </p:nvPr>
        </p:nvSpPr>
        <p:spPr>
          <a:xfrm>
            <a:off x="711201" y="533401"/>
            <a:ext cx="5266623" cy="3767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rtl="1" algn="r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rtl="1" algn="r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00" name="Google Shape;100;p5"/>
          <p:cNvSpPr txBox="1"/>
          <p:nvPr>
            <p:ph idx="2" type="body"/>
          </p:nvPr>
        </p:nvSpPr>
        <p:spPr>
          <a:xfrm>
            <a:off x="6216483" y="533400"/>
            <a:ext cx="5264317" cy="37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rtl="1" algn="r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rtl="1" algn="r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01" name="Google Shape;101;p5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>
            <p:ph type="title"/>
          </p:nvPr>
        </p:nvSpPr>
        <p:spPr>
          <a:xfrm>
            <a:off x="711201" y="4495800"/>
            <a:ext cx="8739823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"/>
          <p:cNvSpPr txBox="1"/>
          <p:nvPr>
            <p:ph idx="1" type="body"/>
          </p:nvPr>
        </p:nvSpPr>
        <p:spPr>
          <a:xfrm>
            <a:off x="1016002" y="533400"/>
            <a:ext cx="4955821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480"/>
              </a:spcBef>
              <a:spcAft>
                <a:spcPts val="0"/>
              </a:spcAft>
              <a:buSzPts val="192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rtl="1" algn="r">
              <a:spcBef>
                <a:spcPts val="6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rtl="1" algn="r"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rtl="1" algn="r">
              <a:spcBef>
                <a:spcPts val="600"/>
              </a:spcBef>
              <a:spcAft>
                <a:spcPts val="60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6"/>
          <p:cNvSpPr txBox="1"/>
          <p:nvPr>
            <p:ph idx="2" type="body"/>
          </p:nvPr>
        </p:nvSpPr>
        <p:spPr>
          <a:xfrm>
            <a:off x="711199" y="1143001"/>
            <a:ext cx="5260623" cy="3158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rtl="1" algn="r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rtl="1" algn="r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08" name="Google Shape;108;p6"/>
          <p:cNvSpPr txBox="1"/>
          <p:nvPr>
            <p:ph idx="3" type="body"/>
          </p:nvPr>
        </p:nvSpPr>
        <p:spPr>
          <a:xfrm>
            <a:off x="6473355" y="566738"/>
            <a:ext cx="501873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480"/>
              </a:spcBef>
              <a:spcAft>
                <a:spcPts val="0"/>
              </a:spcAft>
              <a:buSzPts val="192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rtl="1" algn="r">
              <a:spcBef>
                <a:spcPts val="6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rtl="1" algn="r"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rtl="1" algn="r">
              <a:spcBef>
                <a:spcPts val="600"/>
              </a:spcBef>
              <a:spcAft>
                <a:spcPts val="60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6"/>
          <p:cNvSpPr txBox="1"/>
          <p:nvPr>
            <p:ph idx="4" type="body"/>
          </p:nvPr>
        </p:nvSpPr>
        <p:spPr>
          <a:xfrm>
            <a:off x="6216483" y="1143000"/>
            <a:ext cx="5275607" cy="3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rtl="1" algn="r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rtl="1" algn="r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10" name="Google Shape;110;p6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>
            <p:ph type="title"/>
          </p:nvPr>
        </p:nvSpPr>
        <p:spPr>
          <a:xfrm>
            <a:off x="711201" y="4495800"/>
            <a:ext cx="8739823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7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7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7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8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type="title"/>
          </p:nvPr>
        </p:nvSpPr>
        <p:spPr>
          <a:xfrm>
            <a:off x="7224889" y="533400"/>
            <a:ext cx="42672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entury Gothic"/>
              <a:buNone/>
              <a:defRPr b="0" sz="20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9"/>
          <p:cNvSpPr txBox="1"/>
          <p:nvPr>
            <p:ph idx="1" type="body"/>
          </p:nvPr>
        </p:nvSpPr>
        <p:spPr>
          <a:xfrm>
            <a:off x="711199" y="533400"/>
            <a:ext cx="59183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rtl="1" algn="r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rtl="1" algn="r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25" name="Google Shape;125;p9"/>
          <p:cNvSpPr txBox="1"/>
          <p:nvPr>
            <p:ph idx="2" type="body"/>
          </p:nvPr>
        </p:nvSpPr>
        <p:spPr>
          <a:xfrm>
            <a:off x="7224889" y="2209803"/>
            <a:ext cx="4267200" cy="2091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320"/>
              </a:spcBef>
              <a:spcAft>
                <a:spcPts val="0"/>
              </a:spcAft>
              <a:buSzPts val="1280"/>
              <a:buNone/>
              <a:defRPr sz="1600"/>
            </a:lvl1pPr>
            <a:lvl2pPr indent="-228600" lvl="1" marL="914400" rtl="1" algn="r"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rtl="1" algn="r"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rtl="1" algn="r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rtl="1" algn="r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rtl="1" algn="r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rtl="1" algn="r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rtl="1" algn="r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rtl="1" algn="r"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6" name="Google Shape;126;p9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9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/>
          <p:nvPr>
            <p:ph type="title"/>
          </p:nvPr>
        </p:nvSpPr>
        <p:spPr>
          <a:xfrm>
            <a:off x="5994400" y="1447800"/>
            <a:ext cx="475101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 sz="24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0"/>
          <p:cNvSpPr/>
          <p:nvPr>
            <p:ph idx="2" type="pic"/>
          </p:nvPr>
        </p:nvSpPr>
        <p:spPr>
          <a:xfrm>
            <a:off x="1016000" y="914400"/>
            <a:ext cx="4374632" cy="4800600"/>
          </a:xfrm>
          <a:prstGeom prst="snip2DiagRect">
            <a:avLst>
              <a:gd fmla="val 10815" name="adj1"/>
              <a:gd fmla="val 0" name="adj2"/>
            </a:avLst>
          </a:prstGeom>
          <a:noFill/>
          <a:ln cap="flat" cmpd="sng" w="15875">
            <a:solidFill>
              <a:schemeClr val="l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0"/>
          <p:cNvSpPr txBox="1"/>
          <p:nvPr>
            <p:ph idx="1" type="body"/>
          </p:nvPr>
        </p:nvSpPr>
        <p:spPr>
          <a:xfrm>
            <a:off x="5994704" y="2743200"/>
            <a:ext cx="4752297" cy="20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36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rtl="1" algn="r"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rtl="1" algn="r"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rtl="1" algn="r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rtl="1" algn="r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rtl="1" algn="r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rtl="1" algn="r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rtl="1" algn="r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rtl="1" algn="r"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3" name="Google Shape;133;p10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0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 txBox="1"/>
          <p:nvPr>
            <p:ph type="title"/>
          </p:nvPr>
        </p:nvSpPr>
        <p:spPr>
          <a:xfrm>
            <a:off x="711201" y="4495800"/>
            <a:ext cx="8739823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1"/>
          <p:cNvSpPr/>
          <p:nvPr>
            <p:ph idx="2" type="pic"/>
          </p:nvPr>
        </p:nvSpPr>
        <p:spPr>
          <a:xfrm>
            <a:off x="711200" y="533400"/>
            <a:ext cx="10769600" cy="3124200"/>
          </a:xfrm>
          <a:prstGeom prst="snip2DiagRect">
            <a:avLst>
              <a:gd fmla="val 10815" name="adj1"/>
              <a:gd fmla="val 0" name="adj2"/>
            </a:avLst>
          </a:prstGeom>
          <a:noFill/>
          <a:ln cap="flat" cmpd="sng" w="15875">
            <a:solidFill>
              <a:schemeClr val="l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1"/>
          <p:cNvSpPr txBox="1"/>
          <p:nvPr>
            <p:ph idx="1" type="body"/>
          </p:nvPr>
        </p:nvSpPr>
        <p:spPr>
          <a:xfrm>
            <a:off x="1016003" y="3843867"/>
            <a:ext cx="970844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320"/>
              </a:spcBef>
              <a:spcAft>
                <a:spcPts val="0"/>
              </a:spcAft>
              <a:buSzPts val="1280"/>
              <a:buFont typeface="Century Gothic"/>
              <a:buNone/>
              <a:defRPr sz="1600"/>
            </a:lvl1pPr>
            <a:lvl2pPr indent="-228600" lvl="1" marL="914400" rtl="1" algn="r">
              <a:spcBef>
                <a:spcPts val="600"/>
              </a:spcBef>
              <a:spcAft>
                <a:spcPts val="0"/>
              </a:spcAft>
              <a:buSzPts val="1440"/>
              <a:buFont typeface="Century Gothic"/>
              <a:buNone/>
              <a:defRPr/>
            </a:lvl2pPr>
            <a:lvl3pPr indent="-228600" lvl="2" marL="1371600" rtl="1" algn="r">
              <a:spcBef>
                <a:spcPts val="600"/>
              </a:spcBef>
              <a:spcAft>
                <a:spcPts val="0"/>
              </a:spcAft>
              <a:buSzPts val="1280"/>
              <a:buFont typeface="Century Gothic"/>
              <a:buNone/>
              <a:defRPr/>
            </a:lvl3pPr>
            <a:lvl4pPr indent="-228600" lvl="3" marL="1828800" rtl="1" algn="r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4pPr>
            <a:lvl5pPr indent="-228600" lvl="4" marL="2286000" rtl="1" algn="r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5pPr>
            <a:lvl6pPr indent="-320039" lvl="5" marL="27432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rtl="1" algn="r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40" name="Google Shape;140;p11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1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1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 txBox="1"/>
          <p:nvPr>
            <p:ph type="title"/>
          </p:nvPr>
        </p:nvSpPr>
        <p:spPr>
          <a:xfrm>
            <a:off x="711200" y="533400"/>
            <a:ext cx="107696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sz="2800" cap="none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2"/>
          <p:cNvSpPr txBox="1"/>
          <p:nvPr>
            <p:ph idx="1" type="body"/>
          </p:nvPr>
        </p:nvSpPr>
        <p:spPr>
          <a:xfrm>
            <a:off x="711200" y="4114800"/>
            <a:ext cx="8511403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1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indent="-228600" lvl="1" marL="914400" rtl="1" algn="r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rtl="1" algn="r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12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2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2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type="title"/>
          </p:nvPr>
        </p:nvSpPr>
        <p:spPr>
          <a:xfrm>
            <a:off x="1141711" y="533400"/>
            <a:ext cx="9146383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sz="2800" cap="none">
                <a:solidFill>
                  <a:schemeClr val="lt1"/>
                </a:solidFill>
              </a:defRPr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3"/>
          <p:cNvSpPr txBox="1"/>
          <p:nvPr>
            <p:ph idx="1" type="body"/>
          </p:nvPr>
        </p:nvSpPr>
        <p:spPr>
          <a:xfrm>
            <a:off x="1422401" y="3429000"/>
            <a:ext cx="8536623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4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1pPr>
            <a:lvl2pPr indent="-228600" lvl="1" marL="914400" rtl="1" algn="r">
              <a:spcBef>
                <a:spcPts val="600"/>
              </a:spcBef>
              <a:spcAft>
                <a:spcPts val="0"/>
              </a:spcAft>
              <a:buSzPts val="1440"/>
              <a:buFont typeface="Century Gothic"/>
              <a:buNone/>
              <a:defRPr/>
            </a:lvl2pPr>
            <a:lvl3pPr indent="-228600" lvl="2" marL="1371600" rtl="1" algn="r">
              <a:spcBef>
                <a:spcPts val="600"/>
              </a:spcBef>
              <a:spcAft>
                <a:spcPts val="0"/>
              </a:spcAft>
              <a:buSzPts val="1280"/>
              <a:buFont typeface="Century Gothic"/>
              <a:buNone/>
              <a:defRPr/>
            </a:lvl3pPr>
            <a:lvl4pPr indent="-228600" lvl="3" marL="1828800" rtl="1" algn="r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4pPr>
            <a:lvl5pPr indent="-228600" lvl="4" marL="2286000" rtl="1" algn="r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5pPr>
            <a:lvl6pPr indent="-320039" lvl="5" marL="27432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rtl="1" algn="r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52" name="Google Shape;152;p13"/>
          <p:cNvSpPr txBox="1"/>
          <p:nvPr>
            <p:ph idx="2" type="body"/>
          </p:nvPr>
        </p:nvSpPr>
        <p:spPr>
          <a:xfrm>
            <a:off x="711201" y="4301070"/>
            <a:ext cx="8509815" cy="1718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1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indent="-228600" lvl="1" marL="914400" rtl="1" algn="r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rtl="1" algn="r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13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3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3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304801" y="710624"/>
            <a:ext cx="60975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157" name="Google Shape;157;p13"/>
          <p:cNvSpPr txBox="1"/>
          <p:nvPr/>
        </p:nvSpPr>
        <p:spPr>
          <a:xfrm>
            <a:off x="10261601" y="2768601"/>
            <a:ext cx="60975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/>
          <p:nvPr>
            <p:ph type="title"/>
          </p:nvPr>
        </p:nvSpPr>
        <p:spPr>
          <a:xfrm>
            <a:off x="711201" y="3429000"/>
            <a:ext cx="8509815" cy="169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sz="2800" cap="none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4"/>
          <p:cNvSpPr txBox="1"/>
          <p:nvPr>
            <p:ph idx="1" type="body"/>
          </p:nvPr>
        </p:nvSpPr>
        <p:spPr>
          <a:xfrm>
            <a:off x="711200" y="5132981"/>
            <a:ext cx="8511403" cy="886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indent="-228600" lvl="1" marL="914400" rtl="1" algn="r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rtl="1" algn="r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" name="Google Shape;161;p14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4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4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/>
          <p:nvPr>
            <p:ph type="title"/>
          </p:nvPr>
        </p:nvSpPr>
        <p:spPr>
          <a:xfrm>
            <a:off x="1141712" y="533400"/>
            <a:ext cx="9146381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sz="2800" cap="none">
                <a:solidFill>
                  <a:schemeClr val="lt1"/>
                </a:solidFill>
              </a:defRPr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5"/>
          <p:cNvSpPr txBox="1"/>
          <p:nvPr>
            <p:ph idx="1" type="body"/>
          </p:nvPr>
        </p:nvSpPr>
        <p:spPr>
          <a:xfrm>
            <a:off x="711201" y="3886200"/>
            <a:ext cx="8509815" cy="10498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400"/>
              </a:spcBef>
              <a:spcAft>
                <a:spcPts val="0"/>
              </a:spcAft>
              <a:buSzPts val="1600"/>
              <a:buNone/>
              <a:defRPr b="0" sz="2000" cap="none">
                <a:solidFill>
                  <a:schemeClr val="lt1"/>
                </a:solidFill>
              </a:defRPr>
            </a:lvl1pPr>
            <a:lvl2pPr indent="-320040" lvl="1" marL="914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rtl="1" algn="r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67" name="Google Shape;167;p15"/>
          <p:cNvSpPr txBox="1"/>
          <p:nvPr>
            <p:ph idx="2" type="body"/>
          </p:nvPr>
        </p:nvSpPr>
        <p:spPr>
          <a:xfrm>
            <a:off x="711200" y="4953000"/>
            <a:ext cx="850981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indent="-228600" lvl="1" marL="914400" rtl="1" algn="r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rtl="1" algn="r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15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5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5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304801" y="710624"/>
            <a:ext cx="60975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10261601" y="2768601"/>
            <a:ext cx="60975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711200" y="533400"/>
            <a:ext cx="10034211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sz="28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6"/>
          <p:cNvSpPr txBox="1"/>
          <p:nvPr>
            <p:ph idx="1" type="body"/>
          </p:nvPr>
        </p:nvSpPr>
        <p:spPr>
          <a:xfrm>
            <a:off x="711201" y="3928534"/>
            <a:ext cx="850981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400"/>
              </a:spcBef>
              <a:spcAft>
                <a:spcPts val="0"/>
              </a:spcAft>
              <a:buSzPts val="1600"/>
              <a:buNone/>
              <a:defRPr b="0" sz="2000" cap="none">
                <a:solidFill>
                  <a:schemeClr val="lt1"/>
                </a:solidFill>
              </a:defRPr>
            </a:lvl1pPr>
            <a:lvl2pPr indent="-320040" lvl="1" marL="914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rtl="1" algn="r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76" name="Google Shape;176;p16"/>
          <p:cNvSpPr txBox="1"/>
          <p:nvPr>
            <p:ph idx="2" type="body"/>
          </p:nvPr>
        </p:nvSpPr>
        <p:spPr>
          <a:xfrm>
            <a:off x="711200" y="4766736"/>
            <a:ext cx="8509813" cy="1253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indent="-228600" lvl="1" marL="914400" rtl="1" algn="r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rtl="1" algn="r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rtl="1" algn="r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rtl="1" algn="r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7" name="Google Shape;177;p16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6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6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711201" y="4495800"/>
            <a:ext cx="8739823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1" type="body"/>
          </p:nvPr>
        </p:nvSpPr>
        <p:spPr>
          <a:xfrm rot="5400000">
            <a:off x="3197277" y="-1952675"/>
            <a:ext cx="3767670" cy="8739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rtl="1" algn="r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rtl="1" algn="r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83" name="Google Shape;183;p17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7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7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 rot="5400000">
            <a:off x="7908204" y="1380404"/>
            <a:ext cx="4419600" cy="2725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" type="body"/>
          </p:nvPr>
        </p:nvSpPr>
        <p:spPr>
          <a:xfrm rot="5400000">
            <a:off x="1868008" y="-623408"/>
            <a:ext cx="5486400" cy="7800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rtl="1" algn="r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indent="-320040" lvl="1" marL="914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indent="-320039" lvl="2" marL="1371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indent="-320039" lvl="3" marL="18288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indent="-320039" lvl="4" marL="22860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indent="-320039" lvl="5" marL="27432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indent="-320039" lvl="6" marL="32004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indent="-320040" lvl="7" marL="3657600" rtl="1" algn="r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indent="-320040" lvl="8" marL="4114800" rtl="1" algn="r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/>
        </p:txBody>
      </p:sp>
      <p:sp>
        <p:nvSpPr>
          <p:cNvPr id="189" name="Google Shape;189;p18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18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8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711201" y="4495800"/>
            <a:ext cx="8739823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9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9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8894234" y="3894668"/>
            <a:ext cx="3293941" cy="2658533"/>
            <a:chOff x="6687077" y="3259666"/>
            <a:chExt cx="2981857" cy="3208867"/>
          </a:xfrm>
        </p:grpSpPr>
        <p:cxnSp>
          <p:nvCxnSpPr>
            <p:cNvPr id="7" name="Google Shape;7;p1"/>
            <p:cNvCxnSpPr/>
            <p:nvPr/>
          </p:nvCxnSpPr>
          <p:spPr>
            <a:xfrm flipH="1">
              <a:off x="8756120" y="3259666"/>
              <a:ext cx="912814" cy="912812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1"/>
            <p:cNvCxnSpPr/>
            <p:nvPr/>
          </p:nvCxnSpPr>
          <p:spPr>
            <a:xfrm flipH="1">
              <a:off x="6687077" y="3486677"/>
              <a:ext cx="2981857" cy="298185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" name="Google Shape;9;p1"/>
            <p:cNvCxnSpPr/>
            <p:nvPr/>
          </p:nvCxnSpPr>
          <p:spPr>
            <a:xfrm flipH="1">
              <a:off x="7772400" y="3581400"/>
              <a:ext cx="1896534" cy="1896533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" name="Google Shape;10;p1"/>
            <p:cNvCxnSpPr/>
            <p:nvPr/>
          </p:nvCxnSpPr>
          <p:spPr>
            <a:xfrm flipH="1">
              <a:off x="7923214" y="3433394"/>
              <a:ext cx="1739738" cy="173974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" name="Google Shape;11;p1"/>
            <p:cNvCxnSpPr/>
            <p:nvPr/>
          </p:nvCxnSpPr>
          <p:spPr>
            <a:xfrm flipH="1">
              <a:off x="8398935" y="3985317"/>
              <a:ext cx="1264017" cy="1264016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" name="Google Shape;12;p1"/>
          <p:cNvSpPr txBox="1"/>
          <p:nvPr>
            <p:ph type="title"/>
          </p:nvPr>
        </p:nvSpPr>
        <p:spPr>
          <a:xfrm>
            <a:off x="711201" y="4495800"/>
            <a:ext cx="8739823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i="0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711201" y="533401"/>
            <a:ext cx="8739823" cy="3767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marR="0" rtl="1" algn="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▶"/>
              <a:defRPr b="0" i="0" sz="20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1" algn="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  <a:defRPr b="0" i="0" sz="18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1" algn="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Char char="▶"/>
              <a:defRPr b="0" i="0" sz="16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1" algn="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1" algn="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1" algn="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1" algn="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1" algn="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1" algn="r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20"/>
              <a:buFont typeface="Noto Sans Symbols"/>
              <a:buChar char="▶"/>
              <a:defRPr b="0" i="0" sz="1400" u="none" cap="none" strike="noStrik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17BF6"/>
            </a:gs>
            <a:gs pos="8000">
              <a:srgbClr val="117BF6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>
            <p:ph type="title"/>
          </p:nvPr>
        </p:nvSpPr>
        <p:spPr>
          <a:xfrm>
            <a:off x="2711624" y="188640"/>
            <a:ext cx="5917546" cy="932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b="1" lang="en-US" u="sng">
                <a:solidFill>
                  <a:srgbClr val="3333CC"/>
                </a:solidFill>
              </a:rPr>
              <a:t>HIT EDGE DETECTION</a:t>
            </a:r>
            <a:endParaRPr/>
          </a:p>
        </p:txBody>
      </p:sp>
      <p:sp>
        <p:nvSpPr>
          <p:cNvPr id="202" name="Google Shape;202;p20"/>
          <p:cNvSpPr txBox="1"/>
          <p:nvPr>
            <p:ph idx="12" type="sldNum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>
              <a:solidFill>
                <a:srgbClr val="09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0354" y="1121392"/>
            <a:ext cx="3863588" cy="289769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2711624" y="4486940"/>
            <a:ext cx="59175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 Edge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State Machine </a:t>
            </a: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17BF6"/>
            </a:gs>
            <a:gs pos="8000">
              <a:srgbClr val="117BF6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type="title"/>
          </p:nvPr>
        </p:nvSpPr>
        <p:spPr>
          <a:xfrm>
            <a:off x="2711624" y="195412"/>
            <a:ext cx="5917546" cy="9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>
                <a:solidFill>
                  <a:srgbClr val="3333CC"/>
                </a:solidFill>
              </a:rPr>
              <a:t> </a:t>
            </a:r>
            <a:endParaRPr/>
          </a:p>
        </p:txBody>
      </p:sp>
      <p:sp>
        <p:nvSpPr>
          <p:cNvPr id="210" name="Google Shape;210;p21"/>
          <p:cNvSpPr txBox="1"/>
          <p:nvPr>
            <p:ph idx="12" type="sldNum"/>
          </p:nvPr>
        </p:nvSpPr>
        <p:spPr>
          <a:xfrm>
            <a:off x="10365902" y="5583343"/>
            <a:ext cx="1142543" cy="665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304A"/>
              </a:buClr>
              <a:buSzPts val="2800"/>
              <a:buFont typeface="Century Gothic"/>
              <a:buNone/>
            </a:pPr>
            <a:fld id="{00000000-1234-1234-1234-123412341234}" type="slidenum">
              <a:rPr b="0" i="0" lang="en-US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2800" u="none" cap="none" strike="noStrike">
              <a:solidFill>
                <a:srgbClr val="09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1" name="Google Shape;2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3796" y="2125133"/>
            <a:ext cx="6106103" cy="404981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1302589" y="93106"/>
            <a:ext cx="8130311" cy="176048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496" l="0" r="-674" t="-20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1769533" y="3784600"/>
            <a:ext cx="524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407930" y="1542578"/>
            <a:ext cx="524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8907966" y="3784600"/>
            <a:ext cx="524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5184380" y="6213681"/>
            <a:ext cx="524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65564" y="3274941"/>
            <a:ext cx="1400370" cy="1019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/>
          <p:nvPr/>
        </p:nvSpPr>
        <p:spPr>
          <a:xfrm>
            <a:off x="2711624" y="1771228"/>
            <a:ext cx="5712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        4          4          4         4          4           4          6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20" name="Google Shape;220;p21"/>
          <p:cNvGraphicFramePr/>
          <p:nvPr/>
        </p:nvGraphicFramePr>
        <p:xfrm>
          <a:off x="2402915" y="210948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{9849BA05-A1FF-4FCD-AAEA-84ED3FDE9DDC}</a:tableStyleId>
              </a:tblPr>
              <a:tblGrid>
                <a:gridCol w="762125"/>
                <a:gridCol w="762125"/>
                <a:gridCol w="762125"/>
                <a:gridCol w="762125"/>
                <a:gridCol w="762125"/>
                <a:gridCol w="762125"/>
                <a:gridCol w="762125"/>
                <a:gridCol w="762125"/>
              </a:tblGrid>
              <a:tr h="53945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4ED"/>
                          </a:solidFill>
                        </a:rPr>
                        <a:t>(1,1,0,0)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(1,1,0,0)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(1,1,0,0)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(1,0,0,1)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(1,0,0,1)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17BF6"/>
            </a:gs>
            <a:gs pos="8000">
              <a:srgbClr val="117BF6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type="title"/>
          </p:nvPr>
        </p:nvSpPr>
        <p:spPr>
          <a:xfrm>
            <a:off x="2711624" y="195412"/>
            <a:ext cx="5917546" cy="9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>
                <a:solidFill>
                  <a:srgbClr val="3333CC"/>
                </a:solidFill>
              </a:rPr>
              <a:t> </a:t>
            </a:r>
            <a:endParaRPr/>
          </a:p>
        </p:txBody>
      </p:sp>
      <p:sp>
        <p:nvSpPr>
          <p:cNvPr id="226" name="Google Shape;226;p22"/>
          <p:cNvSpPr txBox="1"/>
          <p:nvPr>
            <p:ph idx="12" type="sldNum"/>
          </p:nvPr>
        </p:nvSpPr>
        <p:spPr>
          <a:xfrm>
            <a:off x="10365902" y="5583343"/>
            <a:ext cx="1142543" cy="665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304A"/>
              </a:buClr>
              <a:buSzPts val="2800"/>
              <a:buFont typeface="Century Gothic"/>
              <a:buNone/>
            </a:pPr>
            <a:fld id="{00000000-1234-1234-1234-123412341234}" type="slidenum">
              <a:rPr b="0" i="0" lang="en-US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2800" u="none" cap="none" strike="noStrike">
              <a:solidFill>
                <a:srgbClr val="09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3796" y="2125133"/>
            <a:ext cx="6106103" cy="404981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1552756" y="93106"/>
            <a:ext cx="737111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Char char="-"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נבדוק בכל פיקסל לפי offsetY  ו   offsetX   מהו ה HITEDGE CODE.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לדוגמה אם אנחנו בתוך מלבן התמונה והoffset   ( H5H,5)  (  0101 </a:t>
            </a: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,0101 (      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אזי מדובר   </a:t>
            </a: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(&lt;&lt;2 0101 ,&lt;&lt;30101 (  --&gt;  במרצפת ) 0,1) </a:t>
            </a:r>
            <a:r>
              <a:rPr lang="en-US" sz="1800">
                <a:solidFill>
                  <a:srgbClr val="C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מוקפת באדום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וה HIT EDGE CODE   הוא </a:t>
            </a: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8H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1769533" y="3784600"/>
            <a:ext cx="524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5407930" y="1542578"/>
            <a:ext cx="524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8907966" y="3784600"/>
            <a:ext cx="524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5184380" y="6213681"/>
            <a:ext cx="524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2393795" y="2641600"/>
            <a:ext cx="789672" cy="541867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35" name="Google Shape;235;p22"/>
          <p:cNvGraphicFramePr/>
          <p:nvPr/>
        </p:nvGraphicFramePr>
        <p:xfrm>
          <a:off x="2402915" y="2071042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{9849BA05-A1FF-4FCD-AAEA-84ED3FDE9DDC}</a:tableStyleId>
              </a:tblPr>
              <a:tblGrid>
                <a:gridCol w="762125"/>
                <a:gridCol w="762125"/>
                <a:gridCol w="762125"/>
                <a:gridCol w="762125"/>
                <a:gridCol w="762125"/>
                <a:gridCol w="762125"/>
                <a:gridCol w="762125"/>
                <a:gridCol w="762125"/>
              </a:tblGrid>
              <a:tr h="53945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(1,1,0,0)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(1,1,0,0)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(1,1,0,0)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(1,0,0,1)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(1,0,0,1)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17BF6"/>
            </a:gs>
            <a:gs pos="8000">
              <a:srgbClr val="117BF6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/>
          <p:nvPr>
            <p:ph type="title"/>
          </p:nvPr>
        </p:nvSpPr>
        <p:spPr>
          <a:xfrm>
            <a:off x="2711624" y="195412"/>
            <a:ext cx="5917546" cy="9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>
                <a:solidFill>
                  <a:srgbClr val="3333CC"/>
                </a:solidFill>
              </a:rPr>
              <a:t> </a:t>
            </a:r>
            <a:endParaRPr/>
          </a:p>
        </p:txBody>
      </p:sp>
      <p:sp>
        <p:nvSpPr>
          <p:cNvPr id="241" name="Google Shape;241;p23"/>
          <p:cNvSpPr txBox="1"/>
          <p:nvPr>
            <p:ph idx="12" type="sldNum"/>
          </p:nvPr>
        </p:nvSpPr>
        <p:spPr>
          <a:xfrm>
            <a:off x="10365902" y="5583343"/>
            <a:ext cx="1142543" cy="665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304A"/>
              </a:buClr>
              <a:buSzPts val="2800"/>
              <a:buFont typeface="Century Gothic"/>
              <a:buNone/>
            </a:pPr>
            <a:fld id="{00000000-1234-1234-1234-123412341234}" type="slidenum">
              <a:rPr b="0" i="0" lang="en-US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2800" u="none" cap="none" strike="noStrike">
              <a:solidFill>
                <a:srgbClr val="09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2" name="Google Shape;2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8495" y="2352093"/>
            <a:ext cx="5998717" cy="404981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3" name="Google Shape;243;p23"/>
          <p:cNvGraphicFramePr/>
          <p:nvPr/>
        </p:nvGraphicFramePr>
        <p:xfrm>
          <a:off x="2439892" y="226861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{9849BA05-A1FF-4FCD-AAEA-84ED3FDE9DDC}</a:tableStyleId>
              </a:tblPr>
              <a:tblGrid>
                <a:gridCol w="762125"/>
                <a:gridCol w="762125"/>
                <a:gridCol w="762125"/>
                <a:gridCol w="762125"/>
                <a:gridCol w="762125"/>
                <a:gridCol w="762125"/>
                <a:gridCol w="762125"/>
                <a:gridCol w="762125"/>
              </a:tblGrid>
              <a:tr h="53945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(1,1,0,0)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22C4ED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(1,1,0,0)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(1,1,0,0)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(0,1,1,0)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(1,0,0,1)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(1,0,0,0)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(1,0,0,1)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(0,0,0,1)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4ED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lang="en-US" sz="1100">
                          <a:solidFill>
                            <a:srgbClr val="22C4ED"/>
                          </a:solidFill>
                        </a:rPr>
                        <a:t>(0,0,1,1)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244" name="Google Shape;244;p23"/>
          <p:cNvSpPr txBox="1"/>
          <p:nvPr/>
        </p:nvSpPr>
        <p:spPr>
          <a:xfrm>
            <a:off x="3886945" y="3756694"/>
            <a:ext cx="524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5364236" y="1734151"/>
            <a:ext cx="524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8907966" y="3784600"/>
            <a:ext cx="524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5184126" y="6400978"/>
            <a:ext cx="524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9144000" y="1469987"/>
            <a:ext cx="2281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2465376" y="5840957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2483947" y="5840957"/>
            <a:ext cx="699312" cy="500594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3220401" y="5317738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4007436" y="4778768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2474661" y="2206964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3238972" y="2732882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4012568" y="3256101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7826726" y="2209265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7076075" y="2741268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6322063" y="3248116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5543446" y="3751037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5548346" y="4794518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7791047" y="5840957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7047209" y="5317736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6290897" y="4789861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5538547" y="4279913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4774506" y="4789860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3974139" y="5302747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4780457" y="5293827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5535677" y="5329050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6289299" y="5324393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3230641" y="5847611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554132" y="5838692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3997284" y="5849747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6295872" y="5840955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4755528" y="5847612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7034236" y="5840954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4760965" y="4279913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4766720" y="3756693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7069926" y="2230557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6308266" y="2222475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5535677" y="2241836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4763088" y="2232742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4012567" y="2222563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955659" y="-46575"/>
            <a:ext cx="7780386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/>
              <a:buChar char="-"/>
            </a:pPr>
            <a:r>
              <a:rPr lang="en-US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נשתמש בווקטור באורך  16 ביט בשם </a:t>
            </a:r>
            <a:r>
              <a:rPr b="1" lang="en-US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Hit_Reg</a:t>
            </a:r>
            <a:endParaRPr b="1" sz="12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/>
              <a:buChar char="-"/>
            </a:pPr>
            <a:r>
              <a:rPr lang="en-US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נאסוף את כל Hit_Edge codes  שהיו בFRAME</a:t>
            </a:r>
            <a:endParaRPr/>
          </a:p>
          <a:p>
            <a:pPr indent="-285750" lvl="0" marL="28575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/>
              <a:buChar char="-"/>
            </a:pPr>
            <a:r>
              <a:rPr lang="en-US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לדוגמא :  אם בהתנגשות מסוימת היה Hit_Edge      9  אזי נסמן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Hit_Reg[9]&lt;=1’b1</a:t>
            </a:r>
            <a:endParaRPr/>
          </a:p>
          <a:p>
            <a:pPr indent="-285750" lvl="0" marL="285750" marR="0" rt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/>
              <a:buChar char="-"/>
            </a:pPr>
            <a:r>
              <a:rPr lang="en-US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בתחילת כל FRAME נתפעל את האובייקטים  לפי Hit_Reg מה FRAME  הקודם  ונאפס את Hit_Reg </a:t>
            </a:r>
            <a:endParaRPr/>
          </a:p>
          <a:p>
            <a:pPr indent="-285750" lvl="0" marL="285750" marR="0" rt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/>
              <a:buChar char="-"/>
            </a:pPr>
            <a:r>
              <a:rPr lang="en-US" sz="1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לדוגמא : אם ה Hit_Reg ב FRAME הקודם היה 0001-0001-0000-0000</a:t>
            </a:r>
            <a:endParaRPr sz="12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אזי היו התנגשויות עם        </a:t>
            </a:r>
            <a:r>
              <a:rPr b="1" lang="en-US" sz="1400">
                <a:solidFill>
                  <a:srgbClr val="000000"/>
                </a:solidFill>
                <a:highlight>
                  <a:srgbClr val="FFFF00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C  ו  8</a:t>
            </a:r>
            <a:r>
              <a:rPr b="1"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110016’h 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  </a:t>
            </a:r>
            <a:r>
              <a:rPr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Hit_Edge codes    </a:t>
            </a:r>
            <a:endParaRPr/>
          </a:p>
          <a:p>
            <a:pPr indent="-171450" lvl="0" marL="28575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3233732" y="2203318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6299927" y="2717116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5510093" y="2745694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4776447" y="2735545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4014326" y="2717115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2471108" y="2717115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2458277" y="3268913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2465376" y="3770524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2465376" y="4274256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2483947" y="4805231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2483206" y="5324393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3245144" y="4817145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3236689" y="4264954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3199573" y="3770524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3209431" y="3271757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3982348" y="3780079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4000666" y="4274255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5529333" y="3269841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4766720" y="3232833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6309108" y="3763430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6282769" y="4259800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7072113" y="3298286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7846669" y="2765055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7061455" y="4299181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7844475" y="3300279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7034235" y="3783791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7061455" y="4778768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7837081" y="3834249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7819359" y="4351381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7844475" y="4789859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7825271" y="5295111"/>
            <a:ext cx="717883" cy="523219"/>
          </a:xfrm>
          <a:prstGeom prst="rect">
            <a:avLst/>
          </a:prstGeom>
          <a:solidFill>
            <a:srgbClr val="FF000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p23"/>
          <p:cNvSpPr txBox="1"/>
          <p:nvPr/>
        </p:nvSpPr>
        <p:spPr>
          <a:xfrm>
            <a:off x="1372886" y="3821505"/>
            <a:ext cx="524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lang="en-US" sz="2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endParaRPr b="1" i="0" sz="2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16" name="Google Shape;316;p23"/>
          <p:cNvGraphicFramePr/>
          <p:nvPr/>
        </p:nvGraphicFramePr>
        <p:xfrm>
          <a:off x="2231098" y="12524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{9849BA05-A1FF-4FCD-AAEA-84ED3FDE9DDC}</a:tableStyleId>
              </a:tblPr>
              <a:tblGrid>
                <a:gridCol w="381050"/>
                <a:gridCol w="381050"/>
                <a:gridCol w="381050"/>
                <a:gridCol w="381050"/>
                <a:gridCol w="381050"/>
                <a:gridCol w="381050"/>
                <a:gridCol w="381050"/>
                <a:gridCol w="381050"/>
                <a:gridCol w="381050"/>
                <a:gridCol w="381050"/>
                <a:gridCol w="381050"/>
                <a:gridCol w="381050"/>
                <a:gridCol w="381050"/>
                <a:gridCol w="381050"/>
                <a:gridCol w="381050"/>
                <a:gridCol w="381050"/>
              </a:tblGrid>
              <a:tr h="194975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</a:t>
                      </a:r>
                      <a:endParaRPr sz="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17" name="Google Shape;317;p23"/>
          <p:cNvSpPr/>
          <p:nvPr/>
        </p:nvSpPr>
        <p:spPr>
          <a:xfrm>
            <a:off x="3230988" y="5306425"/>
            <a:ext cx="717883" cy="523219"/>
          </a:xfrm>
          <a:prstGeom prst="rect">
            <a:avLst/>
          </a:prstGeom>
          <a:solidFill>
            <a:srgbClr val="92D050">
              <a:alpha val="35686"/>
            </a:srgbClr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2239224" y="1250898"/>
            <a:ext cx="1487819" cy="209016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3757686" y="1244792"/>
            <a:ext cx="1487819" cy="209016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5283657" y="1242793"/>
            <a:ext cx="1487819" cy="209016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6792674" y="1238432"/>
            <a:ext cx="1487819" cy="209016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2" name="Google Shape;322;p23"/>
          <p:cNvSpPr txBox="1"/>
          <p:nvPr/>
        </p:nvSpPr>
        <p:spPr>
          <a:xfrm>
            <a:off x="8011276" y="993278"/>
            <a:ext cx="28678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entury Gothic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2289930" y="976782"/>
            <a:ext cx="39276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entury Gothic"/>
              <a:buNone/>
            </a:pPr>
            <a:r>
              <a:rPr b="1" lang="en-US" sz="1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endParaRPr b="1" i="0" sz="1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3424829" y="987271"/>
            <a:ext cx="39276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entury Gothic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4954114" y="992352"/>
            <a:ext cx="39276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entury Gothic"/>
              <a:buNone/>
            </a:pPr>
            <a:r>
              <a:rPr b="1" lang="en-US" sz="10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280253" y="1183075"/>
            <a:ext cx="61044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Hit_Edge codes 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17BF6"/>
            </a:gs>
            <a:gs pos="8000">
              <a:srgbClr val="117BF6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"/>
          <p:cNvSpPr txBox="1"/>
          <p:nvPr>
            <p:ph type="title"/>
          </p:nvPr>
        </p:nvSpPr>
        <p:spPr>
          <a:xfrm>
            <a:off x="2711624" y="195412"/>
            <a:ext cx="5917546" cy="9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>
                <a:solidFill>
                  <a:srgbClr val="3333CC"/>
                </a:solidFill>
              </a:rPr>
              <a:t> </a:t>
            </a:r>
            <a:endParaRPr/>
          </a:p>
        </p:txBody>
      </p:sp>
      <p:sp>
        <p:nvSpPr>
          <p:cNvPr id="332" name="Google Shape;332;p24"/>
          <p:cNvSpPr txBox="1"/>
          <p:nvPr>
            <p:ph idx="12" type="sldNum"/>
          </p:nvPr>
        </p:nvSpPr>
        <p:spPr>
          <a:xfrm>
            <a:off x="10365902" y="5583343"/>
            <a:ext cx="1142543" cy="665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304A"/>
              </a:buClr>
              <a:buSzPts val="2800"/>
              <a:buFont typeface="Century Gothic"/>
              <a:buNone/>
            </a:pPr>
            <a:fld id="{00000000-1234-1234-1234-123412341234}" type="slidenum">
              <a:rPr b="0" i="0" lang="en-US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2800" u="none" cap="none" strike="noStrike">
              <a:solidFill>
                <a:srgbClr val="09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3" name="Google Shape;333;p24"/>
          <p:cNvSpPr txBox="1"/>
          <p:nvPr/>
        </p:nvSpPr>
        <p:spPr>
          <a:xfrm>
            <a:off x="1837267" y="658402"/>
            <a:ext cx="726439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מכונת המצבים  Smiley Move</a:t>
            </a:r>
            <a:r>
              <a:rPr b="1" lang="en-US" sz="2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Motion</a:t>
            </a:r>
            <a:endParaRPr b="1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entury Gothic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תזוזת הסמיילי מנוהלת לפי מכונת המצבים  הבאה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0" marL="28575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p24"/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</p:txBody>
      </p:sp>
      <p:pic>
        <p:nvPicPr>
          <p:cNvPr id="335" name="Google Shape;3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333" y="2517777"/>
            <a:ext cx="8629170" cy="293100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4"/>
          <p:cNvSpPr txBox="1"/>
          <p:nvPr/>
        </p:nvSpPr>
        <p:spPr>
          <a:xfrm>
            <a:off x="2889424" y="2760133"/>
            <a:ext cx="9121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4557358" y="2807731"/>
            <a:ext cx="9121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17BF6"/>
            </a:gs>
            <a:gs pos="8000">
              <a:srgbClr val="117BF6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5"/>
          <p:cNvSpPr txBox="1"/>
          <p:nvPr>
            <p:ph type="title"/>
          </p:nvPr>
        </p:nvSpPr>
        <p:spPr>
          <a:xfrm>
            <a:off x="2711624" y="195412"/>
            <a:ext cx="5917546" cy="9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>
                <a:solidFill>
                  <a:srgbClr val="3333CC"/>
                </a:solidFill>
              </a:rPr>
              <a:t> </a:t>
            </a:r>
            <a:endParaRPr/>
          </a:p>
        </p:txBody>
      </p:sp>
      <p:sp>
        <p:nvSpPr>
          <p:cNvPr id="343" name="Google Shape;343;p25"/>
          <p:cNvSpPr txBox="1"/>
          <p:nvPr>
            <p:ph idx="12" type="sldNum"/>
          </p:nvPr>
        </p:nvSpPr>
        <p:spPr>
          <a:xfrm>
            <a:off x="10365902" y="5583343"/>
            <a:ext cx="1142543" cy="665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304A"/>
              </a:buClr>
              <a:buSzPts val="2800"/>
              <a:buFont typeface="Century Gothic"/>
              <a:buNone/>
            </a:pPr>
            <a:fld id="{00000000-1234-1234-1234-123412341234}" type="slidenum">
              <a:rPr b="0" i="0" lang="en-US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2800" u="none" cap="none" strike="noStrike">
              <a:solidFill>
                <a:srgbClr val="09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1837267" y="658402"/>
            <a:ext cx="726439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מכונת המצבים  Smiley Move Motion</a:t>
            </a:r>
            <a:endParaRPr b="1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entury Gothic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b="1"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IDLE_ST</a:t>
            </a:r>
            <a:endParaRPr b="1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0" marL="28575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5" name="Google Shape;345;p25"/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2819400" y="2819400"/>
            <a:ext cx="705273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XSPPED,YSPEED,XPOSITION,YPOSITION מאתחלים  -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MOVE_STעוברים ל       SOF ב  -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RESET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חוזרים למצב זה רק ב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17BF6"/>
            </a:gs>
            <a:gs pos="8000">
              <a:srgbClr val="117BF6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2711624" y="195412"/>
            <a:ext cx="5917546" cy="9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>
                <a:solidFill>
                  <a:srgbClr val="3333CC"/>
                </a:solidFill>
              </a:rPr>
              <a:t> </a:t>
            </a:r>
            <a:endParaRPr/>
          </a:p>
        </p:txBody>
      </p:sp>
      <p:sp>
        <p:nvSpPr>
          <p:cNvPr id="352" name="Google Shape;352;p26"/>
          <p:cNvSpPr txBox="1"/>
          <p:nvPr>
            <p:ph idx="12" type="sldNum"/>
          </p:nvPr>
        </p:nvSpPr>
        <p:spPr>
          <a:xfrm>
            <a:off x="10365902" y="5583343"/>
            <a:ext cx="1142543" cy="665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304A"/>
              </a:buClr>
              <a:buSzPts val="2800"/>
              <a:buFont typeface="Century Gothic"/>
              <a:buNone/>
            </a:pPr>
            <a:fld id="{00000000-1234-1234-1234-123412341234}" type="slidenum">
              <a:rPr b="0" i="0" lang="en-US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2800" u="none" cap="none" strike="noStrike">
              <a:solidFill>
                <a:srgbClr val="09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3" name="Google Shape;353;p26"/>
          <p:cNvSpPr txBox="1"/>
          <p:nvPr/>
        </p:nvSpPr>
        <p:spPr>
          <a:xfrm>
            <a:off x="1837267" y="658402"/>
            <a:ext cx="726439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מכונת המצבים  Smiley Move Motion</a:t>
            </a:r>
            <a:endParaRPr b="1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entury Gothic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b="1"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Move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_ST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0" marL="28575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4" name="Google Shape;354;p26"/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1607684" y="1845607"/>
            <a:ext cx="897663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בודקים אם היה לחיצה על מקש מעלה</a:t>
            </a: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בזמן תנועה מטה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או שינוי כיוון ומשנים תנועה בהתאם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0" marL="28575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בכל פעם שיש התנגשות מסמנים '1' ב - 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hit_reg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[HitEdge</a:t>
            </a: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Code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] </a:t>
            </a:r>
            <a:endParaRPr/>
          </a:p>
          <a:p>
            <a:pPr indent="-285750" lvl="0" marL="285750" marR="0" rt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HitEdgeCode הוא האינדקס במערך 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hit_reg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0" marL="2857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0" marL="2857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2" marL="12001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 SOF   עוברים ל START_OF_FRAME_ST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882502" y="2867831"/>
            <a:ext cx="610308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collecting collisions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collision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hit_reg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HitEdgeCode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]&lt;=</a:t>
            </a:r>
            <a:r>
              <a:rPr lang="en-US" sz="18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1'b1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17BF6"/>
            </a:gs>
            <a:gs pos="8000">
              <a:srgbClr val="117BF6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7"/>
          <p:cNvSpPr txBox="1"/>
          <p:nvPr>
            <p:ph type="title"/>
          </p:nvPr>
        </p:nvSpPr>
        <p:spPr>
          <a:xfrm>
            <a:off x="2711624" y="195412"/>
            <a:ext cx="5917546" cy="9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>
                <a:solidFill>
                  <a:srgbClr val="3333CC"/>
                </a:solidFill>
              </a:rPr>
              <a:t> </a:t>
            </a:r>
            <a:endParaRPr/>
          </a:p>
        </p:txBody>
      </p:sp>
      <p:sp>
        <p:nvSpPr>
          <p:cNvPr id="362" name="Google Shape;362;p27"/>
          <p:cNvSpPr txBox="1"/>
          <p:nvPr>
            <p:ph idx="12" type="sldNum"/>
          </p:nvPr>
        </p:nvSpPr>
        <p:spPr>
          <a:xfrm>
            <a:off x="10365902" y="5583343"/>
            <a:ext cx="1142543" cy="665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304A"/>
              </a:buClr>
              <a:buSzPts val="2800"/>
              <a:buFont typeface="Century Gothic"/>
              <a:buNone/>
            </a:pPr>
            <a:fld id="{00000000-1234-1234-1234-123412341234}" type="slidenum">
              <a:rPr b="0" i="0" lang="en-US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2800" u="none" cap="none" strike="noStrike">
              <a:solidFill>
                <a:srgbClr val="09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3" name="Google Shape;363;p27"/>
          <p:cNvSpPr txBox="1"/>
          <p:nvPr/>
        </p:nvSpPr>
        <p:spPr>
          <a:xfrm>
            <a:off x="1837267" y="658402"/>
            <a:ext cx="7264399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מכונת המצבים  Smiley Move Motion</a:t>
            </a:r>
            <a:endParaRPr b="1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entury Gothic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START_OF_FRAME_ST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0" marL="28575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1984075" y="1734878"/>
            <a:ext cx="8802459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ומחליטים מה לעשות עם הסמיילי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HIT_REG -בתחילת פריים מנתחים את הפריים הקודם  לפי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לדוגמא: אם ההתנגשויות בפריים הקודם היו רק בקודקודיים אזי משנים 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את  המהירויות למינוס המהירות שהייתה בשני הצירים 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6" name="Google Shape;3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4801" y="3263156"/>
            <a:ext cx="5153744" cy="39058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7"/>
          <p:cNvSpPr txBox="1"/>
          <p:nvPr/>
        </p:nvSpPr>
        <p:spPr>
          <a:xfrm>
            <a:off x="806191" y="2249508"/>
            <a:ext cx="278367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(בהערה)HitEdgeCode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  Reg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8" name="Google Shape;368;p27"/>
          <p:cNvSpPr/>
          <p:nvPr/>
        </p:nvSpPr>
        <p:spPr>
          <a:xfrm rot="1157073">
            <a:off x="3316733" y="2862877"/>
            <a:ext cx="1998339" cy="16114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2700">
            <a:solidFill>
              <a:srgbClr val="011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9" name="Google Shape;369;p27"/>
          <p:cNvSpPr/>
          <p:nvPr/>
        </p:nvSpPr>
        <p:spPr>
          <a:xfrm rot="-1705249">
            <a:off x="2720372" y="3876676"/>
            <a:ext cx="1588906" cy="16512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2700">
            <a:solidFill>
              <a:srgbClr val="011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0" name="Google Shape;370;p27"/>
          <p:cNvSpPr/>
          <p:nvPr/>
        </p:nvSpPr>
        <p:spPr>
          <a:xfrm>
            <a:off x="1593422" y="5131169"/>
            <a:ext cx="806345" cy="665061"/>
          </a:xfrm>
          <a:prstGeom prst="ellipse">
            <a:avLst/>
          </a:prstGeom>
          <a:solidFill>
            <a:srgbClr val="FF0000"/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1" name="Google Shape;371;p27"/>
          <p:cNvSpPr/>
          <p:nvPr/>
        </p:nvSpPr>
        <p:spPr>
          <a:xfrm rot="362521">
            <a:off x="1361515" y="5363279"/>
            <a:ext cx="629214" cy="14467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2700">
            <a:solidFill>
              <a:srgbClr val="011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2" name="Google Shape;372;p27"/>
          <p:cNvSpPr/>
          <p:nvPr/>
        </p:nvSpPr>
        <p:spPr>
          <a:xfrm rot="5803903">
            <a:off x="1524634" y="5866891"/>
            <a:ext cx="888777" cy="16043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2700">
            <a:solidFill>
              <a:srgbClr val="011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3" name="Google Shape;373;p27"/>
          <p:cNvCxnSpPr/>
          <p:nvPr/>
        </p:nvCxnSpPr>
        <p:spPr>
          <a:xfrm rot="10800000">
            <a:off x="1837267" y="4676345"/>
            <a:ext cx="1390736" cy="1572059"/>
          </a:xfrm>
          <a:prstGeom prst="straightConnector1">
            <a:avLst/>
          </a:prstGeom>
          <a:noFill/>
          <a:ln cap="flat" cmpd="sng" w="76200">
            <a:solidFill>
              <a:srgbClr val="858E9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27"/>
          <p:cNvSpPr txBox="1"/>
          <p:nvPr/>
        </p:nvSpPr>
        <p:spPr>
          <a:xfrm>
            <a:off x="541393" y="5786556"/>
            <a:ext cx="8142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פינה</a:t>
            </a:r>
            <a:endParaRPr/>
          </a:p>
        </p:txBody>
      </p:sp>
      <p:sp>
        <p:nvSpPr>
          <p:cNvPr id="375" name="Google Shape;375;p27"/>
          <p:cNvSpPr txBox="1"/>
          <p:nvPr/>
        </p:nvSpPr>
        <p:spPr>
          <a:xfrm>
            <a:off x="3350731" y="4591902"/>
            <a:ext cx="791553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16'h1000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8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16'h0040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8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16'h0008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8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16'h0200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one of the four corners </a:t>
            </a:r>
            <a:endParaRPr sz="180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Yspeed 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Yspeed 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Xspeed 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Xspeed 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17BF6"/>
            </a:gs>
            <a:gs pos="8000">
              <a:srgbClr val="117BF6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"/>
          <p:cNvSpPr txBox="1"/>
          <p:nvPr>
            <p:ph type="title"/>
          </p:nvPr>
        </p:nvSpPr>
        <p:spPr>
          <a:xfrm>
            <a:off x="2711624" y="195412"/>
            <a:ext cx="5917546" cy="9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>
                <a:solidFill>
                  <a:srgbClr val="3333CC"/>
                </a:solidFill>
              </a:rPr>
              <a:t> </a:t>
            </a:r>
            <a:endParaRPr/>
          </a:p>
        </p:txBody>
      </p:sp>
      <p:sp>
        <p:nvSpPr>
          <p:cNvPr id="381" name="Google Shape;381;p28"/>
          <p:cNvSpPr txBox="1"/>
          <p:nvPr>
            <p:ph idx="12" type="sldNum"/>
          </p:nvPr>
        </p:nvSpPr>
        <p:spPr>
          <a:xfrm>
            <a:off x="10365902" y="5583343"/>
            <a:ext cx="1142543" cy="665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304A"/>
              </a:buClr>
              <a:buSzPts val="2800"/>
              <a:buFont typeface="Century Gothic"/>
              <a:buNone/>
            </a:pPr>
            <a:fld id="{00000000-1234-1234-1234-123412341234}" type="slidenum">
              <a:rPr b="0" i="0" lang="en-US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2800" u="none" cap="none" strike="noStrike">
              <a:solidFill>
                <a:srgbClr val="09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1837267" y="658402"/>
            <a:ext cx="7264399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מכונת המצבים  Smiley Move Motion</a:t>
            </a:r>
            <a:endParaRPr b="1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entury Gothic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START_OF_FRAME_ST המשך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0" marL="28575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3" name="Google Shape;383;p28"/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</p:txBody>
      </p:sp>
      <p:sp>
        <p:nvSpPr>
          <p:cNvPr id="384" name="Google Shape;384;p28"/>
          <p:cNvSpPr txBox="1"/>
          <p:nvPr/>
        </p:nvSpPr>
        <p:spPr>
          <a:xfrm>
            <a:off x="1957181" y="1825645"/>
            <a:ext cx="8802459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לדוגמא: אם ההתנגשויות בפריים הקודם היו רק באחד הצדדים 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משנים  את  המהירויות למינוס המהירות שהייתה באחד הצירים 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POSITION_CHANGE_ST -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עוברים  למצב 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9493087" y="3517678"/>
            <a:ext cx="506488" cy="570125"/>
          </a:xfrm>
          <a:prstGeom prst="ellipse">
            <a:avLst/>
          </a:prstGeom>
          <a:solidFill>
            <a:srgbClr val="FF0000"/>
          </a:solidFill>
          <a:ln cap="rnd" cmpd="sng" w="12700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6" name="Google Shape;386;p28"/>
          <p:cNvSpPr/>
          <p:nvPr/>
        </p:nvSpPr>
        <p:spPr>
          <a:xfrm rot="3063364">
            <a:off x="9093556" y="3250688"/>
            <a:ext cx="629214" cy="14467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2700">
            <a:solidFill>
              <a:srgbClr val="011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7" name="Google Shape;387;p28"/>
          <p:cNvSpPr/>
          <p:nvPr/>
        </p:nvSpPr>
        <p:spPr>
          <a:xfrm rot="7087750">
            <a:off x="8937531" y="4370055"/>
            <a:ext cx="888777" cy="16043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2700">
            <a:solidFill>
              <a:srgbClr val="011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88" name="Google Shape;388;p28"/>
          <p:cNvCxnSpPr/>
          <p:nvPr/>
        </p:nvCxnSpPr>
        <p:spPr>
          <a:xfrm flipH="1" rot="10800000">
            <a:off x="9999575" y="3073932"/>
            <a:ext cx="12141" cy="1569750"/>
          </a:xfrm>
          <a:prstGeom prst="straightConnector1">
            <a:avLst/>
          </a:prstGeom>
          <a:noFill/>
          <a:ln cap="flat" cmpd="sng" w="76200">
            <a:solidFill>
              <a:srgbClr val="858E9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28"/>
          <p:cNvSpPr txBox="1"/>
          <p:nvPr/>
        </p:nvSpPr>
        <p:spPr>
          <a:xfrm>
            <a:off x="8092507" y="5161886"/>
            <a:ext cx="8142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קיר</a:t>
            </a:r>
            <a:endParaRPr/>
          </a:p>
        </p:txBody>
      </p:sp>
      <p:sp>
        <p:nvSpPr>
          <p:cNvPr id="390" name="Google Shape;390;p28"/>
          <p:cNvSpPr txBox="1"/>
          <p:nvPr/>
        </p:nvSpPr>
        <p:spPr>
          <a:xfrm>
            <a:off x="493846" y="3858807"/>
            <a:ext cx="825043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8H ; (CH &amp; 8H) ; (8H &amp; 9H) ; (cH &amp; 9H) ;(cH &amp; 9H &amp; 8H) </a:t>
            </a:r>
            <a:r>
              <a:rPr lang="en-US" sz="18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16'h0100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8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16'h1100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8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16'h0300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8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16'h1200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8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16'h1300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left side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	if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Xspeed 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8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		Xspeed 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Xspeed </a:t>
            </a:r>
            <a:r>
              <a:rPr b="1" lang="en-US" sz="18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17BF6"/>
            </a:gs>
            <a:gs pos="8000">
              <a:srgbClr val="117BF6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9"/>
          <p:cNvSpPr txBox="1"/>
          <p:nvPr>
            <p:ph type="title"/>
          </p:nvPr>
        </p:nvSpPr>
        <p:spPr>
          <a:xfrm>
            <a:off x="2711624" y="195412"/>
            <a:ext cx="5917546" cy="9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>
                <a:solidFill>
                  <a:srgbClr val="3333CC"/>
                </a:solidFill>
              </a:rPr>
              <a:t> </a:t>
            </a:r>
            <a:endParaRPr/>
          </a:p>
        </p:txBody>
      </p:sp>
      <p:sp>
        <p:nvSpPr>
          <p:cNvPr id="396" name="Google Shape;396;p29"/>
          <p:cNvSpPr txBox="1"/>
          <p:nvPr>
            <p:ph idx="12" type="sldNum"/>
          </p:nvPr>
        </p:nvSpPr>
        <p:spPr>
          <a:xfrm>
            <a:off x="10365902" y="5583343"/>
            <a:ext cx="1142543" cy="665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304A"/>
              </a:buClr>
              <a:buSzPts val="2800"/>
              <a:buFont typeface="Century Gothic"/>
              <a:buNone/>
            </a:pPr>
            <a:fld id="{00000000-1234-1234-1234-123412341234}" type="slidenum">
              <a:rPr b="0" i="0" lang="en-US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2800" u="none" cap="none" strike="noStrike">
              <a:solidFill>
                <a:srgbClr val="09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7" name="Google Shape;397;p29"/>
          <p:cNvSpPr txBox="1"/>
          <p:nvPr/>
        </p:nvSpPr>
        <p:spPr>
          <a:xfrm>
            <a:off x="1837267" y="658402"/>
            <a:ext cx="72643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מכונת המצבים  Smiley Move Motion</a:t>
            </a:r>
            <a:endParaRPr b="1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entury Gothic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POSITION_CHANGE_ST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8" name="Google Shape;398;p29"/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</p:txBody>
      </p:sp>
      <p:sp>
        <p:nvSpPr>
          <p:cNvPr id="399" name="Google Shape;399;p29"/>
          <p:cNvSpPr txBox="1"/>
          <p:nvPr/>
        </p:nvSpPr>
        <p:spPr>
          <a:xfrm>
            <a:off x="1069675" y="2819399"/>
            <a:ext cx="8802459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משנים את מיקום הסמיילי בשני הצירים לפי המהירויות המעודכנות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Yומוסיפים תאוצה(כבידה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בציר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POSITION_LIMITS_ST עוברים למצב –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00" name="Google Shape;40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9866" y="3429000"/>
            <a:ext cx="7744906" cy="924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17BF6"/>
            </a:gs>
            <a:gs pos="8000">
              <a:srgbClr val="117BF6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0"/>
          <p:cNvSpPr txBox="1"/>
          <p:nvPr>
            <p:ph type="title"/>
          </p:nvPr>
        </p:nvSpPr>
        <p:spPr>
          <a:xfrm>
            <a:off x="2711624" y="195412"/>
            <a:ext cx="5917546" cy="9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>
                <a:solidFill>
                  <a:srgbClr val="3333CC"/>
                </a:solidFill>
              </a:rPr>
              <a:t> </a:t>
            </a:r>
            <a:endParaRPr/>
          </a:p>
        </p:txBody>
      </p:sp>
      <p:sp>
        <p:nvSpPr>
          <p:cNvPr id="406" name="Google Shape;406;p30"/>
          <p:cNvSpPr txBox="1"/>
          <p:nvPr>
            <p:ph idx="12" type="sldNum"/>
          </p:nvPr>
        </p:nvSpPr>
        <p:spPr>
          <a:xfrm>
            <a:off x="10365902" y="5583343"/>
            <a:ext cx="1142543" cy="665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304A"/>
              </a:buClr>
              <a:buSzPts val="2800"/>
              <a:buFont typeface="Century Gothic"/>
              <a:buNone/>
            </a:pPr>
            <a:fld id="{00000000-1234-1234-1234-123412341234}" type="slidenum">
              <a:rPr b="0" i="0" lang="en-US" sz="2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2800" u="none" cap="none" strike="noStrike">
              <a:solidFill>
                <a:srgbClr val="09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7" name="Google Shape;407;p30"/>
          <p:cNvSpPr txBox="1"/>
          <p:nvPr/>
        </p:nvSpPr>
        <p:spPr>
          <a:xfrm>
            <a:off x="1837267" y="658402"/>
            <a:ext cx="72643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מכונת המצבים  Smiley Move Motion</a:t>
            </a:r>
            <a:endParaRPr b="1"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entury Gothic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POSITION_LIMITS_ST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8" name="Google Shape;408;p30"/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</p:txBody>
      </p:sp>
      <p:sp>
        <p:nvSpPr>
          <p:cNvPr id="409" name="Google Shape;409;p30"/>
          <p:cNvSpPr txBox="1"/>
          <p:nvPr/>
        </p:nvSpPr>
        <p:spPr>
          <a:xfrm>
            <a:off x="1069675" y="2819399"/>
            <a:ext cx="8802459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בודקים שהמיקום החדש של ה סמיילי לא נמצא מחוץ למסגרת ימינה , שמאלה, מעלה, מטה-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אם כן חורג(לא אמור לקרות)  נותנים לסמיילי את המיקום של הפנים של המסגרת שממנה יצא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MOVE_ST חוזרים  למצב  –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10" name="Google Shape;4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8937" y="3449613"/>
            <a:ext cx="3486637" cy="1047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ce">
  <a:themeElements>
    <a:clrScheme name="Slice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