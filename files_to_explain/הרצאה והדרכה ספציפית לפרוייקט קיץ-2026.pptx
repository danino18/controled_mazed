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  <p:sldMasterId id="2147483679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52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797675" cy="9928225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Wingdings 3" panose="05040102010807070707" pitchFamily="18" charset="2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+16keIGZJJUWRvtiVIHulBaSV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8976DB-7314-47EC-AAB1-491B775A9976}">
  <a:tblStyle styleId="{8F8976DB-7314-47EC-AAB1-491B775A9976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EC"/>
          </a:solidFill>
        </a:fill>
      </a:tcStyle>
    </a:wholeTbl>
    <a:band1H>
      <a:tcTxStyle/>
      <a:tcStyle>
        <a:tcBdr/>
        <a:fill>
          <a:solidFill>
            <a:srgbClr val="CADCD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CD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52335" y="0"/>
            <a:ext cx="2945340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92" y="0"/>
            <a:ext cx="2945340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t" anchorCtr="0">
            <a:noAutofit/>
          </a:bodyPr>
          <a:lstStyle>
            <a:lvl1pPr marL="457200" marR="0" lvl="0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52335" y="9429671"/>
            <a:ext cx="2945340" cy="49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b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92" y="9429671"/>
            <a:ext cx="2945340" cy="49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b" anchorCtr="0">
            <a:no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1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3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4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5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6:notes"/>
          <p:cNvSpPr txBox="1">
            <a:spLocks noGrp="1"/>
          </p:cNvSpPr>
          <p:nvPr>
            <p:ph type="body" idx="1"/>
          </p:nvPr>
        </p:nvSpPr>
        <p:spPr>
          <a:xfrm>
            <a:off x="679451" y="4715629"/>
            <a:ext cx="5438776" cy="4467939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533400" y="533400"/>
            <a:ext cx="6554867" cy="376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r" rtl="1">
              <a:spcBef>
                <a:spcPts val="400"/>
              </a:spcBef>
              <a:spcAft>
                <a:spcPts val="0"/>
              </a:spcAft>
              <a:buClr>
                <a:srgbClr val="032348"/>
              </a:buClr>
              <a:buSzPts val="2000"/>
              <a:buFont typeface="Noto Sans Symbols"/>
              <a:buChar char="❖"/>
              <a:defRPr>
                <a:solidFill>
                  <a:schemeClr val="dk1"/>
                </a:solidFill>
              </a:defRPr>
            </a:lvl1pPr>
            <a:lvl2pPr marL="914400" lvl="1" indent="-308610" algn="r" rtl="1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1260"/>
              <a:buFont typeface="Noto Sans Symbols"/>
              <a:buChar char="❖"/>
              <a:defRPr>
                <a:solidFill>
                  <a:srgbClr val="000000"/>
                </a:solidFill>
              </a:defRPr>
            </a:lvl2pPr>
            <a:lvl3pPr marL="1371600" lvl="2" indent="-299720" algn="r" rtl="1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1120"/>
              <a:buFont typeface="Noto Sans Symbols"/>
              <a:buChar char="❖"/>
              <a:defRPr>
                <a:solidFill>
                  <a:srgbClr val="000000"/>
                </a:solidFill>
              </a:defRPr>
            </a:lvl3pPr>
            <a:lvl4pPr marL="1828800" lvl="3" indent="-290830" algn="r" rtl="1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980"/>
              <a:buFont typeface="Noto Sans Symbols"/>
              <a:buChar char="❖"/>
              <a:defRPr>
                <a:solidFill>
                  <a:srgbClr val="000000"/>
                </a:solidFill>
              </a:defRPr>
            </a:lvl4pPr>
            <a:lvl5pPr marL="2286000" lvl="4" indent="-290830" algn="r" rtl="1">
              <a:spcBef>
                <a:spcPts val="600"/>
              </a:spcBef>
              <a:spcAft>
                <a:spcPts val="0"/>
              </a:spcAft>
              <a:buClr>
                <a:srgbClr val="032348"/>
              </a:buClr>
              <a:buSzPts val="980"/>
              <a:buFont typeface="Noto Sans Symbols"/>
              <a:buChar char="❖"/>
              <a:defRPr>
                <a:solidFill>
                  <a:srgbClr val="000000"/>
                </a:solidFill>
              </a:defRPr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7" name="Google Shape;27;p18"/>
          <p:cNvGrpSpPr/>
          <p:nvPr/>
        </p:nvGrpSpPr>
        <p:grpSpPr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28" name="Google Shape;28;p18"/>
            <p:cNvSpPr/>
            <p:nvPr/>
          </p:nvSpPr>
          <p:spPr>
            <a:xfrm rot="10800000" flipH="1">
              <a:off x="3467" y="348"/>
              <a:ext cx="36" cy="67"/>
            </a:xfrm>
            <a:custGeom>
              <a:avLst/>
              <a:gdLst/>
              <a:ahLst/>
              <a:cxnLst/>
              <a:rect l="l" t="t" r="r" b="b"/>
              <a:pathLst>
                <a:path w="27" h="50" extrusionOk="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 rot="10800000" flipH="1">
              <a:off x="3511" y="363"/>
              <a:ext cx="45" cy="51"/>
            </a:xfrm>
            <a:custGeom>
              <a:avLst/>
              <a:gdLst/>
              <a:ahLst/>
              <a:cxnLst/>
              <a:rect l="l" t="t" r="r" b="b"/>
              <a:pathLst>
                <a:path w="34" h="38" extrusionOk="0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 rot="10800000" flipH="1">
              <a:off x="3566" y="362"/>
              <a:ext cx="46" cy="52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 rot="10800000" flipH="1">
              <a:off x="3623" y="363"/>
              <a:ext cx="38" cy="52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 rot="10800000" flipH="1">
              <a:off x="3689" y="363"/>
              <a:ext cx="47" cy="52"/>
            </a:xfrm>
            <a:custGeom>
              <a:avLst/>
              <a:gdLst/>
              <a:ahLst/>
              <a:cxnLst/>
              <a:rect l="l" t="t" r="r" b="b"/>
              <a:pathLst>
                <a:path w="35" h="39" extrusionOk="0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 rot="10800000" flipH="1">
              <a:off x="3745" y="364"/>
              <a:ext cx="45" cy="51"/>
            </a:xfrm>
            <a:custGeom>
              <a:avLst/>
              <a:gdLst/>
              <a:ahLst/>
              <a:cxnLst/>
              <a:rect l="l" t="t" r="r" b="b"/>
              <a:pathLst>
                <a:path w="34" h="38" extrusionOk="0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 rot="10800000" flipH="1">
              <a:off x="3797" y="364"/>
              <a:ext cx="40" cy="51"/>
            </a:xfrm>
            <a:custGeom>
              <a:avLst/>
              <a:gdLst/>
              <a:ahLst/>
              <a:cxnLst/>
              <a:rect l="l" t="t" r="r" b="b"/>
              <a:pathLst>
                <a:path w="30" h="38" extrusionOk="0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 rot="10800000" flipH="1">
              <a:off x="3843" y="363"/>
              <a:ext cx="23" cy="49"/>
            </a:xfrm>
            <a:custGeom>
              <a:avLst/>
              <a:gdLst/>
              <a:ahLst/>
              <a:cxnLst/>
              <a:rect l="l" t="t" r="r" b="b"/>
              <a:pathLst>
                <a:path w="17" h="37" extrusionOk="0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8"/>
            <p:cNvSpPr/>
            <p:nvPr/>
          </p:nvSpPr>
          <p:spPr>
            <a:xfrm rot="10800000" flipH="1">
              <a:off x="3875" y="363"/>
              <a:ext cx="39" cy="52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 rot="10800000" flipH="1">
              <a:off x="3923" y="348"/>
              <a:ext cx="35" cy="67"/>
            </a:xfrm>
            <a:custGeom>
              <a:avLst/>
              <a:gdLst/>
              <a:ahLst/>
              <a:cxnLst/>
              <a:rect l="l" t="t" r="r" b="b"/>
              <a:pathLst>
                <a:path w="26" h="50" extrusionOk="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 rot="10800000" flipH="1">
              <a:off x="3990" y="363"/>
              <a:ext cx="40" cy="52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 rot="10800000" flipH="1">
              <a:off x="4039" y="363"/>
              <a:ext cx="42" cy="51"/>
            </a:xfrm>
            <a:custGeom>
              <a:avLst/>
              <a:gdLst/>
              <a:ahLst/>
              <a:cxnLst/>
              <a:rect l="l" t="t" r="r" b="b"/>
              <a:pathLst>
                <a:path w="32" h="38" extrusionOk="0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8"/>
            <p:cNvSpPr/>
            <p:nvPr/>
          </p:nvSpPr>
          <p:spPr>
            <a:xfrm rot="10800000" flipH="1">
              <a:off x="4089" y="348"/>
              <a:ext cx="36" cy="67"/>
            </a:xfrm>
            <a:custGeom>
              <a:avLst/>
              <a:gdLst/>
              <a:ahLst/>
              <a:cxnLst/>
              <a:rect l="l" t="t" r="r" b="b"/>
              <a:pathLst>
                <a:path w="27" h="50" extrusionOk="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8"/>
            <p:cNvSpPr/>
            <p:nvPr/>
          </p:nvSpPr>
          <p:spPr>
            <a:xfrm rot="10800000" flipH="1">
              <a:off x="4134" y="363"/>
              <a:ext cx="12" cy="52"/>
            </a:xfrm>
            <a:custGeom>
              <a:avLst/>
              <a:gdLst/>
              <a:ahLst/>
              <a:cxnLst/>
              <a:rect l="l" t="t" r="r" b="b"/>
              <a:pathLst>
                <a:path w="9" h="39" extrusionOk="0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8"/>
            <p:cNvSpPr/>
            <p:nvPr/>
          </p:nvSpPr>
          <p:spPr>
            <a:xfrm rot="10800000" flipH="1">
              <a:off x="4154" y="364"/>
              <a:ext cx="46" cy="66"/>
            </a:xfrm>
            <a:custGeom>
              <a:avLst/>
              <a:gdLst/>
              <a:ahLst/>
              <a:cxnLst/>
              <a:rect l="l" t="t" r="r" b="b"/>
              <a:pathLst>
                <a:path w="34" h="49" extrusionOk="0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8"/>
            <p:cNvSpPr/>
            <p:nvPr/>
          </p:nvSpPr>
          <p:spPr>
            <a:xfrm rot="10800000" flipH="1">
              <a:off x="4209" y="363"/>
              <a:ext cx="41" cy="51"/>
            </a:xfrm>
            <a:custGeom>
              <a:avLst/>
              <a:gdLst/>
              <a:ahLst/>
              <a:cxnLst/>
              <a:rect l="l" t="t" r="r" b="b"/>
              <a:pathLst>
                <a:path w="31" h="38" extrusionOk="0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8"/>
            <p:cNvSpPr/>
            <p:nvPr/>
          </p:nvSpPr>
          <p:spPr>
            <a:xfrm rot="10800000" flipH="1">
              <a:off x="4259" y="363"/>
              <a:ext cx="39" cy="52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8"/>
            <p:cNvSpPr/>
            <p:nvPr/>
          </p:nvSpPr>
          <p:spPr>
            <a:xfrm rot="10800000" flipH="1">
              <a:off x="3764" y="675"/>
              <a:ext cx="38" cy="41"/>
            </a:xfrm>
            <a:custGeom>
              <a:avLst/>
              <a:gdLst/>
              <a:ahLst/>
              <a:cxnLst/>
              <a:rect l="l" t="t" r="r" b="b"/>
              <a:pathLst>
                <a:path w="29" h="31" extrusionOk="0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8"/>
            <p:cNvSpPr/>
            <p:nvPr/>
          </p:nvSpPr>
          <p:spPr>
            <a:xfrm rot="10800000" flipH="1">
              <a:off x="3810" y="675"/>
              <a:ext cx="29" cy="41"/>
            </a:xfrm>
            <a:custGeom>
              <a:avLst/>
              <a:gdLst/>
              <a:ahLst/>
              <a:cxnLst/>
              <a:rect l="l" t="t" r="r" b="b"/>
              <a:pathLst>
                <a:path w="22" h="31" extrusionOk="0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 rot="10800000" flipH="1">
              <a:off x="3850" y="675"/>
              <a:ext cx="5" cy="41"/>
            </a:xfrm>
            <a:custGeom>
              <a:avLst/>
              <a:gdLst/>
              <a:ahLst/>
              <a:cxnLst/>
              <a:rect l="l" t="t" r="r" b="b"/>
              <a:pathLst>
                <a:path w="4" h="31" extrusionOk="0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8"/>
            <p:cNvSpPr/>
            <p:nvPr/>
          </p:nvSpPr>
          <p:spPr>
            <a:xfrm rot="10800000" flipH="1">
              <a:off x="3866" y="675"/>
              <a:ext cx="37" cy="41"/>
            </a:xfrm>
            <a:custGeom>
              <a:avLst/>
              <a:gdLst/>
              <a:ahLst/>
              <a:cxnLst/>
              <a:rect l="l" t="t" r="r" b="b"/>
              <a:pathLst>
                <a:path w="28" h="31" extrusionOk="0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8"/>
            <p:cNvSpPr/>
            <p:nvPr/>
          </p:nvSpPr>
          <p:spPr>
            <a:xfrm rot="10800000" flipH="1">
              <a:off x="3912" y="675"/>
              <a:ext cx="35" cy="53"/>
            </a:xfrm>
            <a:custGeom>
              <a:avLst/>
              <a:gdLst/>
              <a:ahLst/>
              <a:cxnLst/>
              <a:rect l="l" t="t" r="r" b="b"/>
              <a:pathLst>
                <a:path w="26" h="40" extrusionOk="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8"/>
            <p:cNvSpPr/>
            <p:nvPr/>
          </p:nvSpPr>
          <p:spPr>
            <a:xfrm rot="10800000" flipH="1">
              <a:off x="3954" y="675"/>
              <a:ext cx="38" cy="41"/>
            </a:xfrm>
            <a:custGeom>
              <a:avLst/>
              <a:gdLst/>
              <a:ahLst/>
              <a:cxnLst/>
              <a:rect l="l" t="t" r="r" b="b"/>
              <a:pathLst>
                <a:path w="29" h="31" extrusionOk="0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 rot="10800000" flipH="1">
              <a:off x="3768" y="581"/>
              <a:ext cx="33" cy="40"/>
            </a:xfrm>
            <a:custGeom>
              <a:avLst/>
              <a:gdLst/>
              <a:ahLst/>
              <a:cxnLst/>
              <a:rect l="l" t="t" r="r" b="b"/>
              <a:pathLst>
                <a:path w="25" h="30" extrusionOk="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 rot="10800000" flipH="1">
              <a:off x="3812" y="581"/>
              <a:ext cx="5" cy="24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 rot="10800000" flipH="1">
              <a:off x="3825" y="581"/>
              <a:ext cx="34" cy="40"/>
            </a:xfrm>
            <a:custGeom>
              <a:avLst/>
              <a:gdLst/>
              <a:ahLst/>
              <a:cxnLst/>
              <a:rect l="l" t="t" r="r" b="b"/>
              <a:pathLst>
                <a:path w="26" h="30" extrusionOk="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 rot="10800000" flipH="1">
              <a:off x="3867" y="581"/>
              <a:ext cx="37" cy="42"/>
            </a:xfrm>
            <a:custGeom>
              <a:avLst/>
              <a:gdLst/>
              <a:ahLst/>
              <a:cxnLst/>
              <a:rect l="l" t="t" r="r" b="b"/>
              <a:pathLst>
                <a:path w="28" h="31" extrusionOk="0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 rot="10800000" flipH="1">
              <a:off x="3915" y="581"/>
              <a:ext cx="32" cy="42"/>
            </a:xfrm>
            <a:custGeom>
              <a:avLst/>
              <a:gdLst/>
              <a:ahLst/>
              <a:cxnLst/>
              <a:rect l="l" t="t" r="r" b="b"/>
              <a:pathLst>
                <a:path w="24" h="31" extrusionOk="0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 rot="10800000" flipH="1">
              <a:off x="3956" y="581"/>
              <a:ext cx="36" cy="42"/>
            </a:xfrm>
            <a:custGeom>
              <a:avLst/>
              <a:gdLst/>
              <a:ahLst/>
              <a:cxnLst/>
              <a:rect l="l" t="t" r="r" b="b"/>
              <a:pathLst>
                <a:path w="27" h="31" extrusionOk="0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 rot="10800000" flipH="1">
              <a:off x="3653" y="488"/>
              <a:ext cx="32" cy="41"/>
            </a:xfrm>
            <a:custGeom>
              <a:avLst/>
              <a:gdLst/>
              <a:ahLst/>
              <a:cxnLst/>
              <a:rect l="l" t="t" r="r" b="b"/>
              <a:pathLst>
                <a:path w="24" h="31" extrusionOk="0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 rot="10800000" flipH="1">
              <a:off x="3694" y="488"/>
              <a:ext cx="35" cy="53"/>
            </a:xfrm>
            <a:custGeom>
              <a:avLst/>
              <a:gdLst/>
              <a:ahLst/>
              <a:cxnLst/>
              <a:rect l="l" t="t" r="r" b="b"/>
              <a:pathLst>
                <a:path w="26" h="40" extrusionOk="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8"/>
            <p:cNvSpPr/>
            <p:nvPr/>
          </p:nvSpPr>
          <p:spPr>
            <a:xfrm rot="10800000" flipH="1">
              <a:off x="3740" y="488"/>
              <a:ext cx="6" cy="24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8"/>
            <p:cNvSpPr/>
            <p:nvPr/>
          </p:nvSpPr>
          <p:spPr>
            <a:xfrm rot="10800000" flipH="1">
              <a:off x="3754" y="488"/>
              <a:ext cx="16" cy="40"/>
            </a:xfrm>
            <a:custGeom>
              <a:avLst/>
              <a:gdLst/>
              <a:ahLst/>
              <a:cxnLst/>
              <a:rect l="l" t="t" r="r" b="b"/>
              <a:pathLst>
                <a:path w="12" h="30" extrusionOk="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8"/>
            <p:cNvSpPr/>
            <p:nvPr/>
          </p:nvSpPr>
          <p:spPr>
            <a:xfrm rot="10800000" flipH="1">
              <a:off x="3782" y="488"/>
              <a:ext cx="6" cy="41"/>
            </a:xfrm>
            <a:custGeom>
              <a:avLst/>
              <a:gdLst/>
              <a:ahLst/>
              <a:cxnLst/>
              <a:rect l="l" t="t" r="r" b="b"/>
              <a:pathLst>
                <a:path w="4" h="31" extrusionOk="0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8"/>
            <p:cNvSpPr/>
            <p:nvPr/>
          </p:nvSpPr>
          <p:spPr>
            <a:xfrm rot="10800000" flipH="1">
              <a:off x="3796" y="488"/>
              <a:ext cx="29" cy="41"/>
            </a:xfrm>
            <a:custGeom>
              <a:avLst/>
              <a:gdLst/>
              <a:ahLst/>
              <a:cxnLst/>
              <a:rect l="l" t="t" r="r" b="b"/>
              <a:pathLst>
                <a:path w="22" h="31" extrusionOk="0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8"/>
            <p:cNvSpPr/>
            <p:nvPr/>
          </p:nvSpPr>
          <p:spPr>
            <a:xfrm rot="10800000" flipH="1">
              <a:off x="3835" y="488"/>
              <a:ext cx="35" cy="41"/>
            </a:xfrm>
            <a:custGeom>
              <a:avLst/>
              <a:gdLst/>
              <a:ahLst/>
              <a:cxnLst/>
              <a:rect l="l" t="t" r="r" b="b"/>
              <a:pathLst>
                <a:path w="26" h="31" extrusionOk="0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8"/>
            <p:cNvSpPr/>
            <p:nvPr/>
          </p:nvSpPr>
          <p:spPr>
            <a:xfrm rot="10800000" flipH="1">
              <a:off x="3876" y="488"/>
              <a:ext cx="36" cy="53"/>
            </a:xfrm>
            <a:custGeom>
              <a:avLst/>
              <a:gdLst/>
              <a:ahLst/>
              <a:cxnLst/>
              <a:rect l="l" t="t" r="r" b="b"/>
              <a:pathLst>
                <a:path w="27" h="40" extrusionOk="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 rot="10800000" flipH="1">
              <a:off x="3922" y="478"/>
              <a:ext cx="28" cy="51"/>
            </a:xfrm>
            <a:custGeom>
              <a:avLst/>
              <a:gdLst/>
              <a:ahLst/>
              <a:cxnLst/>
              <a:rect l="l" t="t" r="r" b="b"/>
              <a:pathLst>
                <a:path w="21" h="39" extrusionOk="0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8"/>
            <p:cNvSpPr/>
            <p:nvPr/>
          </p:nvSpPr>
          <p:spPr>
            <a:xfrm rot="10800000" flipH="1">
              <a:off x="3960" y="488"/>
              <a:ext cx="32" cy="41"/>
            </a:xfrm>
            <a:custGeom>
              <a:avLst/>
              <a:gdLst/>
              <a:ahLst/>
              <a:cxnLst/>
              <a:rect l="l" t="t" r="r" b="b"/>
              <a:pathLst>
                <a:path w="24" h="31" extrusionOk="0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8"/>
            <p:cNvSpPr/>
            <p:nvPr/>
          </p:nvSpPr>
          <p:spPr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8"/>
            <p:cNvSpPr/>
            <p:nvPr/>
          </p:nvSpPr>
          <p:spPr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8"/>
            <p:cNvSpPr/>
            <p:nvPr/>
          </p:nvSpPr>
          <p:spPr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8"/>
            <p:cNvSpPr/>
            <p:nvPr/>
          </p:nvSpPr>
          <p:spPr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8"/>
            <p:cNvSpPr/>
            <p:nvPr/>
          </p:nvSpPr>
          <p:spPr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8"/>
            <p:cNvSpPr/>
            <p:nvPr/>
          </p:nvSpPr>
          <p:spPr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8"/>
            <p:cNvSpPr/>
            <p:nvPr/>
          </p:nvSpPr>
          <p:spPr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8"/>
            <p:cNvSpPr/>
            <p:nvPr/>
          </p:nvSpPr>
          <p:spPr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8"/>
            <p:cNvSpPr/>
            <p:nvPr/>
          </p:nvSpPr>
          <p:spPr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8"/>
            <p:cNvSpPr/>
            <p:nvPr/>
          </p:nvSpPr>
          <p:spPr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9525" cap="rnd" cmpd="sng">
              <a:solidFill>
                <a:srgbClr val="003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" name="Google Shape;82;p18" descr="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9976" y="112198"/>
            <a:ext cx="5715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9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85" name="Google Shape;85;p19"/>
            <p:cNvCxnSpPr/>
            <p:nvPr/>
          </p:nvCxnSpPr>
          <p:spPr>
            <a:xfrm flipH="1">
              <a:off x="6009259" y="1169931"/>
              <a:ext cx="3134741" cy="3134741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9"/>
            <p:cNvCxnSpPr/>
            <p:nvPr/>
          </p:nvCxnSpPr>
          <p:spPr>
            <a:xfrm flipH="1">
              <a:off x="4334933" y="1348898"/>
              <a:ext cx="4814835" cy="4814835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9"/>
            <p:cNvCxnSpPr/>
            <p:nvPr/>
          </p:nvCxnSpPr>
          <p:spPr>
            <a:xfrm flipH="1">
              <a:off x="5225595" y="1469269"/>
              <a:ext cx="3912054" cy="3912054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9"/>
            <p:cNvCxnSpPr/>
            <p:nvPr/>
          </p:nvCxnSpPr>
          <p:spPr>
            <a:xfrm flipH="1">
              <a:off x="5304588" y="1307856"/>
              <a:ext cx="3839412" cy="3839412"/>
            </a:xfrm>
            <a:prstGeom prst="straightConnector1">
              <a:avLst/>
            </a:prstGeom>
            <a:noFill/>
            <a:ln w="317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9"/>
            <p:cNvCxnSpPr/>
            <p:nvPr/>
          </p:nvCxnSpPr>
          <p:spPr>
            <a:xfrm flipH="1">
              <a:off x="5707078" y="1770196"/>
              <a:ext cx="3430571" cy="3430570"/>
            </a:xfrm>
            <a:prstGeom prst="straightConnector1">
              <a:avLst/>
            </a:prstGeom>
            <a:noFill/>
            <a:ln w="317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0" name="Google Shape;90;p19"/>
          <p:cNvSpPr txBox="1"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sz="4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533400" y="533400"/>
            <a:ext cx="3949967" cy="376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2"/>
          </p:nvPr>
        </p:nvSpPr>
        <p:spPr>
          <a:xfrm>
            <a:off x="4662362" y="533400"/>
            <a:ext cx="3948238" cy="3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2"/>
          </p:nvPr>
        </p:nvSpPr>
        <p:spPr>
          <a:xfrm>
            <a:off x="533399" y="1143000"/>
            <a:ext cx="3945467" cy="315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3"/>
          </p:nvPr>
        </p:nvSpPr>
        <p:spPr>
          <a:xfrm>
            <a:off x="4855016" y="566738"/>
            <a:ext cx="376405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4"/>
          </p:nvPr>
        </p:nvSpPr>
        <p:spPr>
          <a:xfrm>
            <a:off x="4662362" y="1143000"/>
            <a:ext cx="3956705" cy="3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Gothic"/>
              <a:buNone/>
              <a:defRPr sz="20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533399" y="533400"/>
            <a:ext cx="4438755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2"/>
          </p:nvPr>
        </p:nvSpPr>
        <p:spPr>
          <a:xfrm>
            <a:off x="5418667" y="2209802"/>
            <a:ext cx="3200400" cy="2091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320"/>
              </a:spcBef>
              <a:spcAft>
                <a:spcPts val="0"/>
              </a:spcAft>
              <a:buSzPts val="128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>
            <a:spLocks noGrp="1"/>
          </p:cNvSpPr>
          <p:nvPr>
            <p:ph type="pic" idx="2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1"/>
          </p:nvPr>
        </p:nvSpPr>
        <p:spPr>
          <a:xfrm>
            <a:off x="4496027" y="2743200"/>
            <a:ext cx="3564223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pic" idx="2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762002" y="3843867"/>
            <a:ext cx="72813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spcBef>
                <a:spcPts val="320"/>
              </a:spcBef>
              <a:spcAft>
                <a:spcPts val="0"/>
              </a:spcAft>
              <a:buSzPts val="1280"/>
              <a:buFont typeface="Century Gothic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cap="none">
                <a:solidFill>
                  <a:schemeClr val="lt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1"/>
          </p:nvPr>
        </p:nvSpPr>
        <p:spPr>
          <a:xfrm>
            <a:off x="1066800" y="3429000"/>
            <a:ext cx="6402467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Font typeface="Century Gothic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Font typeface="Century Gothic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Font typeface="Century Gothic"/>
              <a:buNone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2"/>
          </p:nvPr>
        </p:nvSpPr>
        <p:spPr>
          <a:xfrm>
            <a:off x="533400" y="4301070"/>
            <a:ext cx="6382361" cy="171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 rtl="1"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cap="none">
                <a:solidFill>
                  <a:schemeClr val="lt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533400" y="3886200"/>
            <a:ext cx="6382361" cy="104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2"/>
          </p:nvPr>
        </p:nvSpPr>
        <p:spPr>
          <a:xfrm>
            <a:off x="533400" y="4953000"/>
            <a:ext cx="63823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31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533400" y="3928534"/>
            <a:ext cx="638236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2"/>
          </p:nvPr>
        </p:nvSpPr>
        <p:spPr>
          <a:xfrm>
            <a:off x="533400" y="4766735"/>
            <a:ext cx="6382360" cy="125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0F486F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 rot="5400000">
            <a:off x="1926999" y="-860197"/>
            <a:ext cx="3767670" cy="6554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 rot="5400000">
            <a:off x="5378703" y="1721103"/>
            <a:ext cx="4419600" cy="204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body" idx="1"/>
          </p:nvPr>
        </p:nvSpPr>
        <p:spPr>
          <a:xfrm rot="5400000">
            <a:off x="715206" y="351594"/>
            <a:ext cx="5486400" cy="5850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r" rtl="1">
              <a:spcBef>
                <a:spcPts val="360"/>
              </a:spcBef>
              <a:spcAft>
                <a:spcPts val="0"/>
              </a:spcAft>
              <a:buSzPts val="1440"/>
              <a:buChar char="▶"/>
              <a:defRPr/>
            </a:lvl1pPr>
            <a:lvl2pPr marL="914400" lvl="1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r" rtl="1"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r" rtl="1"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5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8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8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39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9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1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5" name="Google Shape;235;p41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41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4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3" name="Google Shape;253;p44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45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Google Shape;260;p45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61" name="Google Shape;261;p45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5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46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4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46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7"/>
          <p:cNvSpPr txBox="1">
            <a:spLocks noGrp="1"/>
          </p:cNvSpPr>
          <p:nvPr>
            <p:ph type="body" idx="1"/>
          </p:nvPr>
        </p:nvSpPr>
        <p:spPr>
          <a:xfrm rot="5400000">
            <a:off x="604044" y="389731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7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1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1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1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1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1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1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1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624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1670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62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950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265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79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645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45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449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96913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03988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4998306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43310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70716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8415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04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451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9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7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11" name="Google Shape;11;p17"/>
            <p:cNvCxnSpPr/>
            <p:nvPr/>
          </p:nvCxnSpPr>
          <p:spPr>
            <a:xfrm flipH="1">
              <a:off x="8756120" y="3259666"/>
              <a:ext cx="912814" cy="912812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17"/>
            <p:cNvCxnSpPr/>
            <p:nvPr/>
          </p:nvCxnSpPr>
          <p:spPr>
            <a:xfrm flipH="1">
              <a:off x="6687077" y="3486677"/>
              <a:ext cx="2981857" cy="2981856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17"/>
            <p:cNvCxnSpPr/>
            <p:nvPr/>
          </p:nvCxnSpPr>
          <p:spPr>
            <a:xfrm flipH="1">
              <a:off x="7772400" y="3581400"/>
              <a:ext cx="1896534" cy="1896533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17"/>
            <p:cNvCxnSpPr/>
            <p:nvPr/>
          </p:nvCxnSpPr>
          <p:spPr>
            <a:xfrm flipH="1">
              <a:off x="7923214" y="3433394"/>
              <a:ext cx="1739738" cy="173974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17"/>
            <p:cNvCxnSpPr/>
            <p:nvPr/>
          </p:nvCxnSpPr>
          <p:spPr>
            <a:xfrm flipH="1">
              <a:off x="8398935" y="3985317"/>
              <a:ext cx="1264017" cy="1264016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r" rt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2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r" rtl="1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r" rtl="1"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1">
              <a:spcBef>
                <a:spcPts val="0"/>
              </a:spcBef>
              <a:spcAft>
                <a:spcPts val="0"/>
              </a:spcAft>
              <a:buNone/>
              <a:defRPr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3" name="Google Shape;203;p3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4" name="Google Shape;204;p36"/>
          <p:cNvSpPr txBox="1">
            <a:spLocks noGrp="1"/>
          </p:cNvSpPr>
          <p:nvPr>
            <p:ph type="dt" idx="10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sldNum" idx="1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10 ספטמבר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8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"/>
          <p:cNvSpPr txBox="1">
            <a:spLocks noGrp="1"/>
          </p:cNvSpPr>
          <p:nvPr>
            <p:ph type="title"/>
          </p:nvPr>
        </p:nvSpPr>
        <p:spPr>
          <a:xfrm>
            <a:off x="1187624" y="188640"/>
            <a:ext cx="5917546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 dirty="0" err="1">
                <a:solidFill>
                  <a:srgbClr val="3333CC"/>
                </a:solidFill>
              </a:rPr>
              <a:t>פרויקט</a:t>
            </a:r>
            <a:r>
              <a:rPr lang="en-US" b="1" u="sng" dirty="0">
                <a:solidFill>
                  <a:srgbClr val="3333CC"/>
                </a:solidFill>
              </a:rPr>
              <a:t> סיום </a:t>
            </a:r>
            <a:r>
              <a:rPr lang="en-US" b="1" u="sng" dirty="0" err="1">
                <a:solidFill>
                  <a:srgbClr val="3333CC"/>
                </a:solidFill>
              </a:rPr>
              <a:t>קיץ</a:t>
            </a:r>
            <a:r>
              <a:rPr lang="en-US" b="1" u="sng" dirty="0">
                <a:solidFill>
                  <a:srgbClr val="3333CC"/>
                </a:solidFill>
              </a:rPr>
              <a:t> </a:t>
            </a:r>
            <a:r>
              <a:rPr lang="en-US" b="1" u="sng" dirty="0" err="1">
                <a:solidFill>
                  <a:srgbClr val="3333CC"/>
                </a:solidFill>
              </a:rPr>
              <a:t>תשפ"ו</a:t>
            </a:r>
            <a:r>
              <a:rPr lang="en-US" b="1" u="sng" dirty="0">
                <a:solidFill>
                  <a:srgbClr val="3333CC"/>
                </a:solidFill>
              </a:rPr>
              <a:t> </a:t>
            </a:r>
            <a:r>
              <a:rPr lang="en-US" b="1" u="sng" dirty="0" err="1">
                <a:solidFill>
                  <a:srgbClr val="3333CC"/>
                </a:solidFill>
              </a:rPr>
              <a:t>הדרכה</a:t>
            </a:r>
            <a:r>
              <a:rPr lang="en-US" b="1" u="sng" dirty="0">
                <a:solidFill>
                  <a:srgbClr val="3333CC"/>
                </a:solidFill>
              </a:rPr>
              <a:t> </a:t>
            </a:r>
            <a:endParaRPr b="1" u="sng" dirty="0">
              <a:solidFill>
                <a:srgbClr val="3333CC"/>
              </a:solidFill>
            </a:endParaRPr>
          </a:p>
        </p:txBody>
      </p:sp>
      <p:sp>
        <p:nvSpPr>
          <p:cNvPr id="281" name="Google Shape;281;p1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graphicFrame>
        <p:nvGraphicFramePr>
          <p:cNvPr id="282" name="Google Shape;282;p1"/>
          <p:cNvGraphicFramePr/>
          <p:nvPr>
            <p:extLst>
              <p:ext uri="{D42A27DB-BD31-4B8C-83A1-F6EECF244321}">
                <p14:modId xmlns:p14="http://schemas.microsoft.com/office/powerpoint/2010/main" val="478961706"/>
              </p:ext>
            </p:extLst>
          </p:nvPr>
        </p:nvGraphicFramePr>
        <p:xfrm>
          <a:off x="1074225" y="1121392"/>
          <a:ext cx="6792400" cy="3704680"/>
        </p:xfrm>
        <a:graphic>
          <a:graphicData uri="http://schemas.openxmlformats.org/drawingml/2006/table">
            <a:tbl>
              <a:tblPr firstRow="1" bandRow="1">
                <a:noFill/>
                <a:tableStyleId>{8F8976DB-7314-47EC-AAB1-491B775A9976}</a:tableStyleId>
              </a:tblPr>
              <a:tblGrid>
                <a:gridCol w="339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קיץ-2026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מעבדה 1א 044157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 err="1"/>
                        <a:t>הדרכה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כללית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מנהלות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he-IL" sz="2400" u="none" strike="noStrike" cap="none" dirty="0"/>
                        <a:t>(</a:t>
                      </a:r>
                      <a:r>
                        <a:rPr lang="en-US" sz="2400" u="none" strike="noStrike" cap="none" dirty="0" err="1"/>
                        <a:t>מצגת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נפרדת</a:t>
                      </a:r>
                      <a:r>
                        <a:rPr lang="he-IL" sz="2400" u="none" strike="noStrike" cap="none" dirty="0"/>
                        <a:t>)</a:t>
                      </a:r>
                      <a:endParaRPr dirty="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הנחיות </a:t>
                      </a:r>
                      <a:r>
                        <a:rPr lang="en-US" sz="2400" u="none" strike="noStrike" cap="none" dirty="0" err="1"/>
                        <a:t>כללי</a:t>
                      </a:r>
                      <a:r>
                        <a:rPr lang="he-IL" sz="2400" u="none" strike="noStrike" cap="none" dirty="0"/>
                        <a:t>ו</a:t>
                      </a:r>
                      <a:r>
                        <a:rPr lang="en-US" sz="2400" u="none" strike="noStrike" cap="none" dirty="0"/>
                        <a:t>ת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342900" marR="0" lvl="0" indent="-34290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strike="noStrike" cap="none" dirty="0" err="1"/>
                        <a:t>מנהלות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רלבנטיות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לסמסטר</a:t>
                      </a:r>
                      <a:r>
                        <a:rPr lang="en-US" sz="2400" u="none" strike="noStrike" cap="none" dirty="0"/>
                        <a:t> </a:t>
                      </a:r>
                      <a:r>
                        <a:rPr lang="en-US" sz="2400" u="none" strike="noStrike" cap="none" dirty="0" err="1"/>
                        <a:t>קיץ</a:t>
                      </a:r>
                      <a:r>
                        <a:rPr lang="en-US" sz="2400" u="none" strike="noStrike" cap="none" dirty="0"/>
                        <a:t> 2026 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800">
                <a:tc gridSpan="2">
                  <a:txBody>
                    <a:bodyPr/>
                    <a:lstStyle/>
                    <a:p>
                      <a:pPr marL="0" marR="0" lvl="0" indent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פרויקט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285750" marR="0" lvl="0" indent="-28575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Flappy Bird (Standard)   - </a:t>
                      </a:r>
                      <a:r>
                        <a:rPr lang="he-IL" sz="1800" b="1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</a:t>
                      </a:r>
                      <a:r>
                        <a:rPr lang="en-US" sz="1800" b="1" u="none" strike="noStrike" cap="none" dirty="0" err="1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גושים</a:t>
                      </a: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A C  E </a:t>
                      </a:r>
                      <a:endParaRPr dirty="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285750" marR="0" lvl="0" indent="-28575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</a:t>
                      </a: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Flappy Bird (Controlled Maze)  –</a:t>
                      </a: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</a:t>
                      </a: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גושים B D F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 dirty="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3" name="Google Shape;283;p1"/>
          <p:cNvSpPr/>
          <p:nvPr/>
        </p:nvSpPr>
        <p:spPr>
          <a:xfrm>
            <a:off x="762021" y="4149080"/>
            <a:ext cx="7416824" cy="432048"/>
          </a:xfrm>
          <a:prstGeom prst="rect">
            <a:avLst/>
          </a:prstGeom>
          <a:solidFill>
            <a:srgbClr val="7B0A61">
              <a:alpha val="38824"/>
            </a:srgbClr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>
            <a:spLocks noGrp="1"/>
          </p:cNvSpPr>
          <p:nvPr>
            <p:ph type="title"/>
          </p:nvPr>
        </p:nvSpPr>
        <p:spPr>
          <a:xfrm>
            <a:off x="845484" y="395582"/>
            <a:ext cx="8019773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Century Gothic"/>
              <a:buNone/>
            </a:pPr>
            <a:r>
              <a:rPr lang="en-US" b="1" u="sng" dirty="0">
                <a:solidFill>
                  <a:srgbClr val="3333CC"/>
                </a:solidFill>
              </a:rPr>
              <a:t>הנחיות לפרויקט סיום</a:t>
            </a:r>
            <a:br>
              <a:rPr lang="en-US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קיץ </a:t>
            </a:r>
            <a:r>
              <a:rPr lang="en-US" b="1" u="sng" dirty="0">
                <a:solidFill>
                  <a:srgbClr val="3333CC"/>
                </a:solidFill>
              </a:rPr>
              <a:t> 2026</a:t>
            </a:r>
            <a:endParaRPr b="1" u="sng" dirty="0">
              <a:solidFill>
                <a:srgbClr val="3333CC"/>
              </a:solidFill>
            </a:endParaRPr>
          </a:p>
        </p:txBody>
      </p:sp>
      <p:sp>
        <p:nvSpPr>
          <p:cNvPr id="289" name="Google Shape;289;p2"/>
          <p:cNvSpPr txBox="1">
            <a:spLocks noGrp="1"/>
          </p:cNvSpPr>
          <p:nvPr>
            <p:ph type="sldNum" idx="12"/>
          </p:nvPr>
        </p:nvSpPr>
        <p:spPr>
          <a:xfrm>
            <a:off x="7774426" y="5999435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586405" y="5515386"/>
            <a:ext cx="1113500" cy="4840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15916"/>
          </a:solidFill>
          <a:ln w="12700" cap="rnd" cmpd="sng">
            <a:solidFill>
              <a:srgbClr val="6F09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הגשה</a:t>
            </a:r>
            <a:endParaRPr/>
          </a:p>
        </p:txBody>
      </p:sp>
      <p:pic>
        <p:nvPicPr>
          <p:cNvPr id="291" name="Google Shape;2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713" y="94961"/>
            <a:ext cx="2027242" cy="98245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"/>
          <p:cNvSpPr/>
          <p:nvPr/>
        </p:nvSpPr>
        <p:spPr>
          <a:xfrm>
            <a:off x="7366212" y="4972990"/>
            <a:ext cx="1599799" cy="39163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046C7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86F"/>
              </a:buClr>
              <a:buSzPts val="1600"/>
              <a:buFont typeface="Century Gothic"/>
              <a:buNone/>
            </a:pPr>
            <a:r>
              <a:rPr lang="en-US" sz="1600" b="1" i="0" u="none" strike="noStrike" cap="none">
                <a:solidFill>
                  <a:srgbClr val="0F486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 Review</a:t>
            </a:r>
            <a:endParaRPr/>
          </a:p>
        </p:txBody>
      </p:sp>
      <p:sp>
        <p:nvSpPr>
          <p:cNvPr id="293" name="Google Shape;293;p2"/>
          <p:cNvSpPr/>
          <p:nvPr/>
        </p:nvSpPr>
        <p:spPr>
          <a:xfrm>
            <a:off x="100500" y="3378928"/>
            <a:ext cx="1564822" cy="4840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2F61"/>
              </a:buClr>
              <a:buSzPts val="1100"/>
              <a:buFont typeface="Century Gothic"/>
              <a:buNone/>
            </a:pPr>
            <a:r>
              <a:rPr lang="en-US" sz="1100" b="0" i="0" u="none" strike="noStrike" cap="none">
                <a:solidFill>
                  <a:srgbClr val="052F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הצגת פרויקטים 10/9</a:t>
            </a:r>
            <a:endParaRPr sz="1100" b="0" i="0" u="none" strike="noStrike" cap="none">
              <a:solidFill>
                <a:srgbClr val="052F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2"/>
          <p:cNvSpPr/>
          <p:nvPr/>
        </p:nvSpPr>
        <p:spPr>
          <a:xfrm rot="-1163850" flipH="1">
            <a:off x="7374723" y="4348576"/>
            <a:ext cx="1552993" cy="40635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ADF5C"/>
          </a:solidFill>
          <a:ln w="12700" cap="rnd" cmpd="sng">
            <a:solidFill>
              <a:srgbClr val="6F09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00"/>
              <a:buFont typeface="Century Gothic"/>
              <a:buNone/>
            </a:pPr>
            <a:r>
              <a:rPr lang="en-US" sz="1600" b="0" i="0" u="none" strike="noStrike" cap="none" dirty="0" err="1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עבודה</a:t>
            </a:r>
            <a:r>
              <a:rPr lang="en-US" sz="1600" b="0" i="0" u="none" strike="noStrike" cap="none" dirty="0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u="none" strike="noStrike" cap="none" dirty="0" err="1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עצמאית</a:t>
            </a:r>
            <a:endParaRPr dirty="0"/>
          </a:p>
        </p:txBody>
      </p:sp>
      <p:sp>
        <p:nvSpPr>
          <p:cNvPr id="295" name="Google Shape;295;p2"/>
          <p:cNvSpPr/>
          <p:nvPr/>
        </p:nvSpPr>
        <p:spPr>
          <a:xfrm rot="1131922" flipH="1">
            <a:off x="7337607" y="5475592"/>
            <a:ext cx="1640026" cy="41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ADF5C"/>
          </a:solidFill>
          <a:ln w="12700" cap="rnd" cmpd="sng">
            <a:solidFill>
              <a:srgbClr val="6F09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עבודה עצמאית</a:t>
            </a:r>
            <a:endParaRPr/>
          </a:p>
        </p:txBody>
      </p:sp>
      <p:pic>
        <p:nvPicPr>
          <p:cNvPr id="296" name="Google Shape;29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5952" y="1250323"/>
            <a:ext cx="5668166" cy="46632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"/>
          <p:cNvSpPr/>
          <p:nvPr/>
        </p:nvSpPr>
        <p:spPr>
          <a:xfrm>
            <a:off x="1699905" y="5515386"/>
            <a:ext cx="5660259" cy="398185"/>
          </a:xfrm>
          <a:prstGeom prst="rect">
            <a:avLst/>
          </a:prstGeom>
          <a:noFill/>
          <a:ln w="57150" cap="flat" cmpd="sng">
            <a:solidFill>
              <a:srgbClr val="C159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B5EB0-7214-2E67-B540-1179A15590D4}"/>
              </a:ext>
            </a:extLst>
          </p:cNvPr>
          <p:cNvSpPr txBox="1"/>
          <p:nvPr/>
        </p:nvSpPr>
        <p:spPr>
          <a:xfrm>
            <a:off x="2290572" y="3236640"/>
            <a:ext cx="45811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buNone/>
            </a:pPr>
            <a:r>
              <a:rPr lang="he-IL" sz="1400" b="1" dirty="0">
                <a:effectLst/>
                <a:latin typeface="Arial"/>
                <a:ea typeface="Times New Roman" panose="02020603050405020304" pitchFamily="18" charset="0"/>
              </a:rPr>
              <a:t>מימוש ראשוני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Google Shape;294;p2">
            <a:extLst>
              <a:ext uri="{FF2B5EF4-FFF2-40B4-BE49-F238E27FC236}">
                <a16:creationId xmlns:a16="http://schemas.microsoft.com/office/drawing/2014/main" id="{BBA44CFD-FA11-A250-8E31-B64ACFCBCAC8}"/>
              </a:ext>
            </a:extLst>
          </p:cNvPr>
          <p:cNvSpPr/>
          <p:nvPr/>
        </p:nvSpPr>
        <p:spPr>
          <a:xfrm rot="-1163850" flipH="1">
            <a:off x="7381122" y="3760622"/>
            <a:ext cx="1552993" cy="40635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ADF5C"/>
          </a:solidFill>
          <a:ln w="12700" cap="rnd" cmpd="sng">
            <a:solidFill>
              <a:srgbClr val="6F09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600"/>
              <a:buFont typeface="Century Gothic"/>
              <a:buNone/>
            </a:pPr>
            <a:r>
              <a:rPr lang="en-US" sz="1600" b="0" i="0" u="none" strike="noStrike" cap="none" dirty="0" err="1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עבודה</a:t>
            </a:r>
            <a:r>
              <a:rPr lang="en-US" sz="1600" b="0" i="0" u="none" strike="noStrike" cap="none" dirty="0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1600" b="0" i="0" u="none" strike="noStrike" cap="none" dirty="0" err="1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עצמאית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 txBox="1">
            <a:spLocks noGrp="1"/>
          </p:cNvSpPr>
          <p:nvPr>
            <p:ph type="title"/>
          </p:nvPr>
        </p:nvSpPr>
        <p:spPr>
          <a:xfrm>
            <a:off x="827585" y="172942"/>
            <a:ext cx="6048670" cy="51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C E גושים - </a:t>
            </a:r>
            <a:r>
              <a:rPr lang="en-US" sz="2200" b="1">
                <a:solidFill>
                  <a:schemeClr val="dk1"/>
                </a:solidFill>
              </a:rPr>
              <a:t>FLAPPY BIRD (STANDARD)</a:t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3" name="Google Shape;303;p3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04" name="Google Shape;304;p3"/>
          <p:cNvSpPr/>
          <p:nvPr/>
        </p:nvSpPr>
        <p:spPr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3836144" y="3244334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https://flappybird.io/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p3" descr="Flappy-Bird-Python | Devpo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600" y="1037837"/>
            <a:ext cx="3292158" cy="212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1231" y="3721671"/>
            <a:ext cx="6191291" cy="141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9792" y="5133443"/>
            <a:ext cx="4740629" cy="1599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"/>
          <p:cNvSpPr txBox="1">
            <a:spLocks noGrp="1"/>
          </p:cNvSpPr>
          <p:nvPr>
            <p:ph type="title"/>
          </p:nvPr>
        </p:nvSpPr>
        <p:spPr>
          <a:xfrm>
            <a:off x="5076056" y="143221"/>
            <a:ext cx="2745680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דרישות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315" name="Google Shape;315;p4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302AA8-E185-8BAF-2114-2C44B8106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39" y="1282557"/>
            <a:ext cx="6835908" cy="4292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5"/>
          <p:cNvCxnSpPr/>
          <p:nvPr/>
        </p:nvCxnSpPr>
        <p:spPr>
          <a:xfrm rot="-5400000" flipH="1">
            <a:off x="5622485" y="2002557"/>
            <a:ext cx="1642800" cy="407400"/>
          </a:xfrm>
          <a:prstGeom prst="bentConnector3">
            <a:avLst>
              <a:gd name="adj1" fmla="val 5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2" name="Google Shape;322;p5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מימוש 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323" name="Google Shape;323;p5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p5"/>
          <p:cNvSpPr/>
          <p:nvPr/>
        </p:nvSpPr>
        <p:spPr>
          <a:xfrm rot="-5400000" flipH="1">
            <a:off x="8063500" y="2894930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7461715" y="3085563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6260461" y="3104682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p5"/>
          <p:cNvSpPr/>
          <p:nvPr/>
        </p:nvSpPr>
        <p:spPr>
          <a:xfrm rot="-5400000" flipH="1">
            <a:off x="7028664" y="3161435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8" name="Google Shape;328;p5"/>
          <p:cNvCxnSpPr/>
          <p:nvPr/>
        </p:nvCxnSpPr>
        <p:spPr>
          <a:xfrm>
            <a:off x="2886207" y="2924944"/>
            <a:ext cx="3414000" cy="451800"/>
          </a:xfrm>
          <a:prstGeom prst="bentConnector3">
            <a:avLst>
              <a:gd name="adj1" fmla="val 8327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9" name="Google Shape;329;p5"/>
          <p:cNvSpPr/>
          <p:nvPr/>
        </p:nvSpPr>
        <p:spPr>
          <a:xfrm>
            <a:off x="7093866" y="1200038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2456148" y="4888286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BACKGROUND</a:t>
            </a:r>
            <a:endParaRPr sz="11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6980541" y="4035596"/>
            <a:ext cx="1394832" cy="1232849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Game controller</a:t>
            </a:r>
            <a:endParaRPr/>
          </a:p>
        </p:txBody>
      </p:sp>
      <p:sp>
        <p:nvSpPr>
          <p:cNvPr id="332" name="Google Shape;332;p5"/>
          <p:cNvSpPr/>
          <p:nvPr/>
        </p:nvSpPr>
        <p:spPr>
          <a:xfrm rot="-5400000" flipH="1">
            <a:off x="7517678" y="6031638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6490541" y="6102178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334" name="Google Shape;334;p5"/>
          <p:cNvSpPr/>
          <p:nvPr/>
        </p:nvSpPr>
        <p:spPr>
          <a:xfrm>
            <a:off x="2103365" y="2621843"/>
            <a:ext cx="1350403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Pipes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4049723" y="2666857"/>
            <a:ext cx="1172228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Pipes</a:t>
            </a:r>
            <a:endParaRPr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draw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3025857" y="1108231"/>
            <a:ext cx="1218379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logic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4881939" y="1075438"/>
            <a:ext cx="1460436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1023245" y="1108232"/>
            <a:ext cx="1080120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9" name="Google Shape;339;p5"/>
          <p:cNvCxnSpPr>
            <a:stCxn id="338" idx="3"/>
            <a:endCxn id="336" idx="1"/>
          </p:cNvCxnSpPr>
          <p:nvPr/>
        </p:nvCxnSpPr>
        <p:spPr>
          <a:xfrm>
            <a:off x="2103365" y="1434763"/>
            <a:ext cx="922500" cy="6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0" name="Google Shape;340;p5"/>
          <p:cNvCxnSpPr>
            <a:stCxn id="336" idx="3"/>
            <a:endCxn id="337" idx="1"/>
          </p:cNvCxnSpPr>
          <p:nvPr/>
        </p:nvCxnSpPr>
        <p:spPr>
          <a:xfrm rot="10800000" flipH="1">
            <a:off x="4244236" y="1402062"/>
            <a:ext cx="637800" cy="32700"/>
          </a:xfrm>
          <a:prstGeom prst="bentConnector3">
            <a:avLst>
              <a:gd name="adj1" fmla="val 4999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5"/>
          <p:cNvSpPr/>
          <p:nvPr/>
        </p:nvSpPr>
        <p:spPr>
          <a:xfrm>
            <a:off x="242073" y="2623626"/>
            <a:ext cx="1080120" cy="50066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Pseudo-Random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42" name="Google Shape;342;p5"/>
          <p:cNvCxnSpPr>
            <a:stCxn id="341" idx="3"/>
            <a:endCxn id="334" idx="1"/>
          </p:cNvCxnSpPr>
          <p:nvPr/>
        </p:nvCxnSpPr>
        <p:spPr>
          <a:xfrm>
            <a:off x="1322193" y="2873956"/>
            <a:ext cx="781200" cy="125100"/>
          </a:xfrm>
          <a:prstGeom prst="bentConnector3">
            <a:avLst>
              <a:gd name="adj1" fmla="val 49998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3" name="Google Shape;343;p5"/>
          <p:cNvCxnSpPr>
            <a:stCxn id="330" idx="3"/>
            <a:endCxn id="326" idx="2"/>
          </p:cNvCxnSpPr>
          <p:nvPr/>
        </p:nvCxnSpPr>
        <p:spPr>
          <a:xfrm rot="10800000" flipH="1">
            <a:off x="3707904" y="3757618"/>
            <a:ext cx="2912700" cy="15471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4" name="Google Shape;344;p5"/>
          <p:cNvCxnSpPr>
            <a:endCxn id="334" idx="2"/>
          </p:cNvCxnSpPr>
          <p:nvPr/>
        </p:nvCxnSpPr>
        <p:spPr>
          <a:xfrm rot="10800000" flipH="1">
            <a:off x="1954467" y="3376443"/>
            <a:ext cx="824100" cy="3093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5" name="Google Shape;345;p5"/>
          <p:cNvSpPr/>
          <p:nvPr/>
        </p:nvSpPr>
        <p:spPr>
          <a:xfrm>
            <a:off x="1090265" y="3412093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46" name="Google Shape;346;p5"/>
          <p:cNvCxnSpPr/>
          <p:nvPr/>
        </p:nvCxnSpPr>
        <p:spPr>
          <a:xfrm rot="10800000" flipH="1">
            <a:off x="1310889" y="5528353"/>
            <a:ext cx="1167000" cy="217500"/>
          </a:xfrm>
          <a:prstGeom prst="bentConnector3">
            <a:avLst>
              <a:gd name="adj1" fmla="val 4999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7" name="Google Shape;347;p5"/>
          <p:cNvSpPr/>
          <p:nvPr/>
        </p:nvSpPr>
        <p:spPr>
          <a:xfrm>
            <a:off x="446793" y="5472219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4287356" y="4852013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BG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49" name="Google Shape;349;p5"/>
          <p:cNvCxnSpPr>
            <a:endCxn id="348" idx="0"/>
          </p:cNvCxnSpPr>
          <p:nvPr/>
        </p:nvCxnSpPr>
        <p:spPr>
          <a:xfrm>
            <a:off x="1478834" y="4413413"/>
            <a:ext cx="3434400" cy="4386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5"/>
          <p:cNvSpPr/>
          <p:nvPr/>
        </p:nvSpPr>
        <p:spPr>
          <a:xfrm>
            <a:off x="224941" y="4121232"/>
            <a:ext cx="1351399" cy="653061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BACKGROUND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he-IL" b="1" u="sng" dirty="0">
                <a:solidFill>
                  <a:srgbClr val="3333CC"/>
                </a:solidFill>
              </a:rPr>
              <a:t>מימוש ראשוני </a:t>
            </a:r>
            <a:endParaRPr b="1" u="sng" dirty="0">
              <a:solidFill>
                <a:srgbClr val="3333CC"/>
              </a:solidFill>
            </a:endParaRPr>
          </a:p>
        </p:txBody>
      </p:sp>
      <p:sp>
        <p:nvSpPr>
          <p:cNvPr id="356" name="Google Shape;356;p6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p6"/>
          <p:cNvSpPr/>
          <p:nvPr/>
        </p:nvSpPr>
        <p:spPr>
          <a:xfrm rot="-5400000" flipH="1">
            <a:off x="7573605" y="4405216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6971820" y="4595849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5770566" y="4614968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6"/>
          <p:cNvSpPr/>
          <p:nvPr/>
        </p:nvSpPr>
        <p:spPr>
          <a:xfrm rot="-5400000" flipH="1">
            <a:off x="6538769" y="4671721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2397704" y="3782980"/>
            <a:ext cx="1356638" cy="653061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BACKGROUND (NET)</a:t>
            </a:r>
            <a:endParaRPr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logic</a:t>
            </a: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2" name="Google Shape;362;p6"/>
          <p:cNvCxnSpPr>
            <a:endCxn id="359" idx="1"/>
          </p:cNvCxnSpPr>
          <p:nvPr/>
        </p:nvCxnSpPr>
        <p:spPr>
          <a:xfrm>
            <a:off x="2397666" y="4940899"/>
            <a:ext cx="3372900" cy="600"/>
          </a:xfrm>
          <a:prstGeom prst="bentConnector3">
            <a:avLst>
              <a:gd name="adj1" fmla="val 50001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3" name="Google Shape;363;p6"/>
          <p:cNvSpPr/>
          <p:nvPr/>
        </p:nvSpPr>
        <p:spPr>
          <a:xfrm rot="-5400000" flipH="1">
            <a:off x="6607886" y="5683827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5580749" y="5754367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1331640" y="4632216"/>
            <a:ext cx="1080120" cy="653061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6" name="Google Shape;366;p6"/>
          <p:cNvCxnSpPr>
            <a:stCxn id="361" idx="3"/>
            <a:endCxn id="359" idx="0"/>
          </p:cNvCxnSpPr>
          <p:nvPr/>
        </p:nvCxnSpPr>
        <p:spPr>
          <a:xfrm>
            <a:off x="3754342" y="4109511"/>
            <a:ext cx="2376300" cy="5055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7" name="Google Shape;367;p6"/>
          <p:cNvSpPr/>
          <p:nvPr/>
        </p:nvSpPr>
        <p:spPr>
          <a:xfrm>
            <a:off x="3610135" y="4575603"/>
            <a:ext cx="1080120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Square move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EA8793-7497-E9B9-638B-7238FA099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92" y="1185590"/>
            <a:ext cx="3962953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307;p3" descr="Flappy-Bird-Python | Devpost">
            <a:extLst>
              <a:ext uri="{FF2B5EF4-FFF2-40B4-BE49-F238E27FC236}">
                <a16:creationId xmlns:a16="http://schemas.microsoft.com/office/drawing/2014/main" id="{911E7996-164A-94A3-36D8-053A886672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0628" y="1406437"/>
            <a:ext cx="3292158" cy="21218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</p:spPr>
        <p:txBody>
          <a:bodyPr>
            <a:normAutofit fontScale="90000"/>
          </a:bodyPr>
          <a:lstStyle/>
          <a:p>
            <a:pPr algn="r"/>
            <a:r>
              <a:rPr lang="en-US" b="1" u="sng" dirty="0">
                <a:solidFill>
                  <a:srgbClr val="3333CC"/>
                </a:solidFill>
              </a:rPr>
              <a:t> DYNAMIC BOARD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23897" y="5106046"/>
            <a:ext cx="1195733" cy="6530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road memory</a:t>
            </a:r>
            <a:endParaRPr kumimoji="0" lang="he-IL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cxnSp>
        <p:nvCxnSpPr>
          <p:cNvPr id="17" name="Elbow Connector 16"/>
          <p:cNvCxnSpPr/>
          <p:nvPr/>
        </p:nvCxnSpPr>
        <p:spPr>
          <a:xfrm>
            <a:off x="1590612" y="5432577"/>
            <a:ext cx="533285" cy="25032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26516" y="5118563"/>
            <a:ext cx="864096" cy="65306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בורר לפי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XY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424069"/>
              </p:ext>
            </p:extLst>
          </p:nvPr>
        </p:nvGraphicFramePr>
        <p:xfrm>
          <a:off x="854015" y="992038"/>
          <a:ext cx="4197014" cy="2651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941">
                  <a:extLst>
                    <a:ext uri="{9D8B030D-6E8A-4147-A177-3AD203B41FA5}">
                      <a16:colId xmlns:a16="http://schemas.microsoft.com/office/drawing/2014/main" val="1988683059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3923564839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1425612624"/>
                    </a:ext>
                  </a:extLst>
                </a:gridCol>
                <a:gridCol w="292663">
                  <a:extLst>
                    <a:ext uri="{9D8B030D-6E8A-4147-A177-3AD203B41FA5}">
                      <a16:colId xmlns:a16="http://schemas.microsoft.com/office/drawing/2014/main" val="3048631698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3853650366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2826363103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1105737814"/>
                    </a:ext>
                  </a:extLst>
                </a:gridCol>
                <a:gridCol w="462476">
                  <a:extLst>
                    <a:ext uri="{9D8B030D-6E8A-4147-A177-3AD203B41FA5}">
                      <a16:colId xmlns:a16="http://schemas.microsoft.com/office/drawing/2014/main" val="1207219878"/>
                    </a:ext>
                  </a:extLst>
                </a:gridCol>
                <a:gridCol w="247406">
                  <a:extLst>
                    <a:ext uri="{9D8B030D-6E8A-4147-A177-3AD203B41FA5}">
                      <a16:colId xmlns:a16="http://schemas.microsoft.com/office/drawing/2014/main" val="2659915458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1527886078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2275200572"/>
                    </a:ext>
                  </a:extLst>
                </a:gridCol>
                <a:gridCol w="354941">
                  <a:extLst>
                    <a:ext uri="{9D8B030D-6E8A-4147-A177-3AD203B41FA5}">
                      <a16:colId xmlns:a16="http://schemas.microsoft.com/office/drawing/2014/main" val="1399082795"/>
                    </a:ext>
                  </a:extLst>
                </a:gridCol>
              </a:tblGrid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64537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832109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73976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665018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689331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75434"/>
                  </a:ext>
                </a:extLst>
              </a:tr>
              <a:tr h="3787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82661"/>
                  </a:ext>
                </a:extLst>
              </a:tr>
            </a:tbl>
          </a:graphicData>
        </a:graphic>
      </p:graphicFrame>
      <p:cxnSp>
        <p:nvCxnSpPr>
          <p:cNvPr id="38" name="Elbow Connector 37"/>
          <p:cNvCxnSpPr>
            <a:cxnSpLocks/>
            <a:stCxn id="15" idx="3"/>
          </p:cNvCxnSpPr>
          <p:nvPr/>
        </p:nvCxnSpPr>
        <p:spPr>
          <a:xfrm>
            <a:off x="3319630" y="5432577"/>
            <a:ext cx="568986" cy="19049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890315" y="5270736"/>
          <a:ext cx="1593642" cy="365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1364">
                  <a:extLst>
                    <a:ext uri="{9D8B030D-6E8A-4147-A177-3AD203B41FA5}">
                      <a16:colId xmlns:a16="http://schemas.microsoft.com/office/drawing/2014/main" val="1425612624"/>
                    </a:ext>
                  </a:extLst>
                </a:gridCol>
                <a:gridCol w="572278">
                  <a:extLst>
                    <a:ext uri="{9D8B030D-6E8A-4147-A177-3AD203B41FA5}">
                      <a16:colId xmlns:a16="http://schemas.microsoft.com/office/drawing/2014/main" val="3821081740"/>
                    </a:ext>
                  </a:extLst>
                </a:gridCol>
              </a:tblGrid>
              <a:tr h="119872">
                <a:tc>
                  <a:txBody>
                    <a:bodyPr/>
                    <a:lstStyle/>
                    <a:p>
                      <a:r>
                        <a:rPr lang="he-IL" dirty="0"/>
                        <a:t>המשבצת</a:t>
                      </a:r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צבע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645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52FD952-E936-DA1A-C834-B33FB5DA6352}"/>
              </a:ext>
            </a:extLst>
          </p:cNvPr>
          <p:cNvSpPr txBox="1"/>
          <p:nvPr/>
        </p:nvSpPr>
        <p:spPr>
          <a:xfrm>
            <a:off x="1158564" y="3912889"/>
            <a:ext cx="602717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קידוד לדוגמא      לציור                                          מסך  נראה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DC628-484D-F8C6-0C93-2D6EBC5C2FD6}"/>
              </a:ext>
            </a:extLst>
          </p:cNvPr>
          <p:cNvSpPr txBox="1"/>
          <p:nvPr/>
        </p:nvSpPr>
        <p:spPr>
          <a:xfrm>
            <a:off x="4572000" y="4653136"/>
            <a:ext cx="388843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52F61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נסמן בטבלה .   0, 1 ,2 ,3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52F61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052F61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ועוד עצמים כמו שנרצה להוסיף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746517-E1D7-19D8-B2A1-2865F0616EC9}"/>
              </a:ext>
            </a:extLst>
          </p:cNvPr>
          <p:cNvCxnSpPr>
            <a:cxnSpLocks/>
          </p:cNvCxnSpPr>
          <p:nvPr/>
        </p:nvCxnSpPr>
        <p:spPr>
          <a:xfrm>
            <a:off x="1538288" y="1221504"/>
            <a:ext cx="4567319" cy="483489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3B61AD-5A81-E66B-5DED-B718CBE02963}"/>
              </a:ext>
            </a:extLst>
          </p:cNvPr>
          <p:cNvCxnSpPr>
            <a:cxnSpLocks/>
          </p:cNvCxnSpPr>
          <p:nvPr/>
        </p:nvCxnSpPr>
        <p:spPr>
          <a:xfrm>
            <a:off x="1538288" y="1924790"/>
            <a:ext cx="4567319" cy="392995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3D844C4-D2DB-042C-6C03-C1487ECE8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870" y="1258110"/>
            <a:ext cx="1492818" cy="2294797"/>
          </a:xfrm>
        </p:spPr>
        <p:txBody>
          <a:bodyPr>
            <a:normAutofit lnSpcReduction="10000"/>
          </a:bodyPr>
          <a:lstStyle/>
          <a:p>
            <a:r>
              <a:rPr lang="he-IL" dirty="0">
                <a:highlight>
                  <a:srgbClr val="FFFF00"/>
                </a:highlight>
              </a:rPr>
              <a:t>צינור</a:t>
            </a:r>
          </a:p>
          <a:p>
            <a:r>
              <a:rPr lang="he-IL" sz="1050" dirty="0"/>
              <a:t> </a:t>
            </a:r>
          </a:p>
          <a:p>
            <a:r>
              <a:rPr lang="he-IL" dirty="0">
                <a:highlight>
                  <a:srgbClr val="FFFF00"/>
                </a:highlight>
              </a:rPr>
              <a:t>קצה צינור</a:t>
            </a:r>
          </a:p>
          <a:p>
            <a:r>
              <a:rPr lang="he-IL" dirty="0">
                <a:highlight>
                  <a:srgbClr val="FFFF00"/>
                </a:highlight>
              </a:rPr>
              <a:t>אוצר</a:t>
            </a:r>
          </a:p>
          <a:p>
            <a:r>
              <a:rPr lang="he-IL" dirty="0">
                <a:highlight>
                  <a:srgbClr val="FFFF00"/>
                </a:highlight>
              </a:rPr>
              <a:t>יהלום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78794A-831D-50EA-EDDC-A1C6136E6BED}"/>
              </a:ext>
            </a:extLst>
          </p:cNvPr>
          <p:cNvSpPr/>
          <p:nvPr/>
        </p:nvSpPr>
        <p:spPr>
          <a:xfrm>
            <a:off x="854015" y="992038"/>
            <a:ext cx="3034601" cy="26514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43F47B-8FDA-566F-45AA-B30725FC8344}"/>
              </a:ext>
            </a:extLst>
          </p:cNvPr>
          <p:cNvCxnSpPr>
            <a:cxnSpLocks/>
          </p:cNvCxnSpPr>
          <p:nvPr/>
        </p:nvCxnSpPr>
        <p:spPr>
          <a:xfrm flipV="1">
            <a:off x="1716657" y="3643533"/>
            <a:ext cx="0" cy="285507"/>
          </a:xfrm>
          <a:prstGeom prst="straightConnector1">
            <a:avLst/>
          </a:prstGeom>
          <a:ln w="57150">
            <a:solidFill>
              <a:srgbClr val="FF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1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מנגנוני התנגשות 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374" name="Google Shape;374;p7"/>
          <p:cNvSpPr txBox="1">
            <a:spLocks noGrp="1"/>
          </p:cNvSpPr>
          <p:nvPr>
            <p:ph type="sldNum" idx="12"/>
          </p:nvPr>
        </p:nvSpPr>
        <p:spPr>
          <a:xfrm>
            <a:off x="7964655" y="5939029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2875776" y="2416627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670639" y="2370718"/>
            <a:ext cx="1460436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7" name="Google Shape;377;p7"/>
          <p:cNvCxnSpPr/>
          <p:nvPr/>
        </p:nvCxnSpPr>
        <p:spPr>
          <a:xfrm rot="10800000" flipH="1">
            <a:off x="2218050" y="3558860"/>
            <a:ext cx="652500" cy="33000"/>
          </a:xfrm>
          <a:prstGeom prst="bentConnector3">
            <a:avLst>
              <a:gd name="adj1" fmla="val 4999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8" name="Google Shape;378;p7"/>
          <p:cNvSpPr/>
          <p:nvPr/>
        </p:nvSpPr>
        <p:spPr>
          <a:xfrm>
            <a:off x="812866" y="3429000"/>
            <a:ext cx="1351399" cy="653061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BACKGROUND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9" name="Google Shape;379;p7"/>
          <p:cNvCxnSpPr/>
          <p:nvPr/>
        </p:nvCxnSpPr>
        <p:spPr>
          <a:xfrm rot="10800000" flipH="1">
            <a:off x="2218049" y="3867319"/>
            <a:ext cx="652500" cy="33000"/>
          </a:xfrm>
          <a:prstGeom prst="bentConnector3">
            <a:avLst>
              <a:gd name="adj1" fmla="val 4999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0" name="Google Shape;380;p7"/>
          <p:cNvCxnSpPr/>
          <p:nvPr/>
        </p:nvCxnSpPr>
        <p:spPr>
          <a:xfrm>
            <a:off x="2177239" y="2678447"/>
            <a:ext cx="665400" cy="12600"/>
          </a:xfrm>
          <a:prstGeom prst="bentConnector3">
            <a:avLst>
              <a:gd name="adj1" fmla="val 49996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1" name="Google Shape;381;p7"/>
          <p:cNvSpPr txBox="1"/>
          <p:nvPr/>
        </p:nvSpPr>
        <p:spPr>
          <a:xfrm>
            <a:off x="2000925" y="2221867"/>
            <a:ext cx="8721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2036792" y="3122580"/>
            <a:ext cx="8721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מנגנוני התנגשות 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2870423" y="980466"/>
            <a:ext cx="58950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Clr>
                <a:srgbClr val="146194"/>
              </a:buClr>
              <a:buSzPts val="1100"/>
              <a:buFont typeface="Times New Roman"/>
              <a:buChar char="-"/>
            </a:pPr>
            <a:r>
              <a:rPr lang="en-US" sz="1800">
                <a:solidFill>
                  <a:srgbClr val="1461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מימוש מנגנון HIT  להתנגשות בין הציפור לצינורות -עצירה </a:t>
            </a:r>
            <a:endParaRPr sz="1800">
              <a:solidFill>
                <a:srgbClr val="1461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8"/>
          <p:cNvSpPr txBox="1">
            <a:spLocks noGrp="1"/>
          </p:cNvSpPr>
          <p:nvPr>
            <p:ph type="sldNum" idx="12"/>
          </p:nvPr>
        </p:nvSpPr>
        <p:spPr>
          <a:xfrm>
            <a:off x="7964655" y="5939029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2875776" y="2416627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2789958" y="4449305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BACKGROUND</a:t>
            </a:r>
            <a:endParaRPr sz="14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670639" y="2370718"/>
            <a:ext cx="1460436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3" name="Google Shape;393;p8"/>
          <p:cNvCxnSpPr/>
          <p:nvPr/>
        </p:nvCxnSpPr>
        <p:spPr>
          <a:xfrm rot="10800000" flipH="1">
            <a:off x="1232989" y="5157054"/>
            <a:ext cx="1557000" cy="674700"/>
          </a:xfrm>
          <a:prstGeom prst="bentConnector3">
            <a:avLst>
              <a:gd name="adj1" fmla="val 49999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4" name="Google Shape;394;p8"/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5" name="Google Shape;395;p8"/>
          <p:cNvCxnSpPr>
            <a:stCxn id="391" idx="1"/>
          </p:cNvCxnSpPr>
          <p:nvPr/>
        </p:nvCxnSpPr>
        <p:spPr>
          <a:xfrm rot="10800000" flipH="1">
            <a:off x="2789958" y="3558937"/>
            <a:ext cx="80400" cy="1306800"/>
          </a:xfrm>
          <a:prstGeom prst="bentConnector4">
            <a:avLst>
              <a:gd name="adj1" fmla="val -1013928"/>
              <a:gd name="adj2" fmla="val 9893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6" name="Google Shape;396;p8"/>
          <p:cNvCxnSpPr>
            <a:stCxn id="391" idx="3"/>
            <a:endCxn id="390" idx="3"/>
          </p:cNvCxnSpPr>
          <p:nvPr/>
        </p:nvCxnSpPr>
        <p:spPr>
          <a:xfrm rot="10800000">
            <a:off x="3955914" y="3243337"/>
            <a:ext cx="85800" cy="1622400"/>
          </a:xfrm>
          <a:prstGeom prst="bentConnector3">
            <a:avLst>
              <a:gd name="adj1" fmla="val -238784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7" name="Google Shape;397;p8"/>
          <p:cNvCxnSpPr/>
          <p:nvPr/>
        </p:nvCxnSpPr>
        <p:spPr>
          <a:xfrm>
            <a:off x="2177239" y="2678447"/>
            <a:ext cx="665400" cy="12600"/>
          </a:xfrm>
          <a:prstGeom prst="bentConnector3">
            <a:avLst>
              <a:gd name="adj1" fmla="val 49996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8" name="Google Shape;398;p8"/>
          <p:cNvSpPr txBox="1"/>
          <p:nvPr/>
        </p:nvSpPr>
        <p:spPr>
          <a:xfrm>
            <a:off x="3967296" y="2476104"/>
            <a:ext cx="41330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if(Grid [x,y] == 1 ) &amp;&amp; Player_DR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2131075" y="2230143"/>
            <a:ext cx="8721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פתיחת PIPE </a:t>
            </a:r>
            <a:endParaRPr b="1" u="sng">
              <a:solidFill>
                <a:srgbClr val="3333CC"/>
              </a:solidFill>
            </a:endParaRPr>
          </a:p>
        </p:txBody>
      </p:sp>
      <p:grpSp>
        <p:nvGrpSpPr>
          <p:cNvPr id="405" name="Google Shape;405;p9"/>
          <p:cNvGrpSpPr/>
          <p:nvPr/>
        </p:nvGrpSpPr>
        <p:grpSpPr>
          <a:xfrm>
            <a:off x="222064" y="929542"/>
            <a:ext cx="2552751" cy="1873412"/>
            <a:chOff x="2267744" y="2204864"/>
            <a:chExt cx="3240360" cy="2016223"/>
          </a:xfrm>
        </p:grpSpPr>
        <p:sp>
          <p:nvSpPr>
            <p:cNvPr id="406" name="Google Shape;406;p9"/>
            <p:cNvSpPr/>
            <p:nvPr/>
          </p:nvSpPr>
          <p:spPr>
            <a:xfrm>
              <a:off x="2267744" y="2204864"/>
              <a:ext cx="3240360" cy="2016223"/>
            </a:xfrm>
            <a:prstGeom prst="rect">
              <a:avLst/>
            </a:prstGeom>
            <a:solidFill>
              <a:srgbClr val="FFFF00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 rot="-5400000" flipH="1">
              <a:off x="4422300" y="2488976"/>
              <a:ext cx="131844" cy="32431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7030A0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3852627" y="2549814"/>
              <a:ext cx="480680" cy="208080"/>
            </a:xfrm>
            <a:prstGeom prst="rect">
              <a:avLst/>
            </a:prstGeom>
            <a:solidFill>
              <a:schemeClr val="accent1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צלילים</a:t>
              </a: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83768" y="2420888"/>
              <a:ext cx="845587" cy="315838"/>
            </a:xfrm>
            <a:prstGeom prst="rect">
              <a:avLst/>
            </a:prstGeom>
            <a:solidFill>
              <a:schemeClr val="accent5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מנהל </a:t>
              </a:r>
              <a:endParaRPr/>
            </a:p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משחק</a:t>
              </a: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411760" y="3179564"/>
              <a:ext cx="470638" cy="198404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6F09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KBD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4211961" y="3222657"/>
              <a:ext cx="458884" cy="777751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MUX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 rot="-5400000" flipH="1">
              <a:off x="4781872" y="3459299"/>
              <a:ext cx="125712" cy="319181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7030A0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5018612" y="3565422"/>
              <a:ext cx="345476" cy="116324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6F09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"/>
                <a:buFont typeface="Century Gothic"/>
                <a:buNone/>
              </a:pPr>
              <a:r>
                <a:rPr lang="en-US" sz="4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VGA</a:t>
              </a:r>
              <a:endParaRPr sz="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4637746" y="2507451"/>
              <a:ext cx="419601" cy="284394"/>
            </a:xfrm>
            <a:prstGeom prst="rect">
              <a:avLst/>
            </a:prstGeom>
            <a:solidFill>
              <a:schemeClr val="accent1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entury Gothic"/>
                <a:buNone/>
              </a:pPr>
              <a:r>
                <a:rPr lang="en-US" sz="6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רמקול</a:t>
              </a: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882398" y="3224065"/>
              <a:ext cx="331824" cy="11591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3214222" y="3815390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רקע</a:t>
              </a: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 rot="-5400000">
              <a:off x="4201463" y="3073423"/>
              <a:ext cx="506098" cy="205053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התנגשות</a:t>
              </a:r>
              <a:endParaRPr/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18" name="Google Shape;418;p9"/>
            <p:cNvCxnSpPr>
              <a:stCxn id="417" idx="0"/>
            </p:cNvCxnSpPr>
            <p:nvPr/>
          </p:nvCxnSpPr>
          <p:spPr>
            <a:xfrm rot="10800000">
              <a:off x="3326886" y="2682750"/>
              <a:ext cx="1025100" cy="4932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9" name="Google Shape;419;p9"/>
            <p:cNvCxnSpPr/>
            <p:nvPr/>
          </p:nvCxnSpPr>
          <p:spPr>
            <a:xfrm>
              <a:off x="3214223" y="2747327"/>
              <a:ext cx="326721" cy="415609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0" name="Google Shape;420;p9"/>
            <p:cNvCxnSpPr>
              <a:stCxn id="409" idx="3"/>
              <a:endCxn id="408" idx="1"/>
            </p:cNvCxnSpPr>
            <p:nvPr/>
          </p:nvCxnSpPr>
          <p:spPr>
            <a:xfrm>
              <a:off x="3329355" y="2578807"/>
              <a:ext cx="523200" cy="750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1" name="Google Shape;421;p9"/>
            <p:cNvCxnSpPr/>
            <p:nvPr/>
          </p:nvCxnSpPr>
          <p:spPr>
            <a:xfrm>
              <a:off x="3206716" y="2758179"/>
              <a:ext cx="168144" cy="7401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2" name="Google Shape;422;p9"/>
            <p:cNvCxnSpPr/>
            <p:nvPr/>
          </p:nvCxnSpPr>
          <p:spPr>
            <a:xfrm>
              <a:off x="3214222" y="2758179"/>
              <a:ext cx="89932" cy="1057211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3214222" y="3169888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entury Gothic"/>
                <a:buNone/>
              </a:pPr>
              <a:r>
                <a:rPr lang="en-US" sz="6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שחקנים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3214222" y="3492639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עצמים</a:t>
              </a:r>
              <a:endParaRPr/>
            </a:p>
          </p:txBody>
        </p:sp>
        <p:grpSp>
          <p:nvGrpSpPr>
            <p:cNvPr id="425" name="Google Shape;425;p9"/>
            <p:cNvGrpSpPr/>
            <p:nvPr/>
          </p:nvGrpSpPr>
          <p:grpSpPr>
            <a:xfrm>
              <a:off x="2623526" y="2484706"/>
              <a:ext cx="300028" cy="214558"/>
              <a:chOff x="335966" y="1152157"/>
              <a:chExt cx="1122218" cy="954618"/>
            </a:xfrm>
          </p:grpSpPr>
          <p:sp>
            <p:nvSpPr>
              <p:cNvPr id="426" name="Google Shape;426;p9"/>
              <p:cNvSpPr/>
              <p:nvPr/>
            </p:nvSpPr>
            <p:spPr>
              <a:xfrm>
                <a:off x="900390" y="1196752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1098942" y="1642767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462810" y="1628958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1187127" y="1346713"/>
                <a:ext cx="175558" cy="655205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 rot="6690130">
                <a:off x="526672" y="1363759"/>
                <a:ext cx="497543" cy="748693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 rot="-6363127">
                <a:off x="727336" y="1120394"/>
                <a:ext cx="497543" cy="748693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cxnSp>
        <p:nvCxnSpPr>
          <p:cNvPr id="432" name="Google Shape;432;p9"/>
          <p:cNvCxnSpPr/>
          <p:nvPr/>
        </p:nvCxnSpPr>
        <p:spPr>
          <a:xfrm rot="-5400000" flipH="1">
            <a:off x="5196207" y="4149985"/>
            <a:ext cx="1642800" cy="407400"/>
          </a:xfrm>
          <a:prstGeom prst="bentConnector3">
            <a:avLst>
              <a:gd name="adj1" fmla="val 5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3" name="Google Shape;433;p9"/>
          <p:cNvSpPr txBox="1"/>
          <p:nvPr/>
        </p:nvSpPr>
        <p:spPr>
          <a:xfrm>
            <a:off x="1112010" y="2362315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sz="3200" b="1" u="sng" cap="none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מימוש </a:t>
            </a:r>
            <a:endParaRPr sz="3200" b="1" u="sng" cap="none">
              <a:solidFill>
                <a:srgbClr val="3333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9"/>
          <p:cNvSpPr txBox="1">
            <a:spLocks noGrp="1"/>
          </p:cNvSpPr>
          <p:nvPr>
            <p:ph type="sldNum" idx="12"/>
          </p:nvPr>
        </p:nvSpPr>
        <p:spPr>
          <a:xfrm>
            <a:off x="7964655" y="5939029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5" name="Google Shape;435;p9"/>
          <p:cNvSpPr/>
          <p:nvPr/>
        </p:nvSpPr>
        <p:spPr>
          <a:xfrm rot="-5400000" flipH="1">
            <a:off x="7637222" y="5042358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7035437" y="5232991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5834183" y="5252110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8" name="Google Shape;438;p9"/>
          <p:cNvSpPr/>
          <p:nvPr/>
        </p:nvSpPr>
        <p:spPr>
          <a:xfrm rot="-5400000" flipH="1">
            <a:off x="6602386" y="5308863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6667588" y="3347466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2378248" y="4974187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BACKGROUND</a:t>
            </a:r>
            <a:endParaRPr sz="14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7444158" y="2858787"/>
            <a:ext cx="1394832" cy="1232849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Game controller</a:t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 rot="-5400000" flipH="1">
            <a:off x="7430465" y="6035796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6403328" y="6106336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2599579" y="3255659"/>
            <a:ext cx="1218379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logic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4455661" y="3222866"/>
            <a:ext cx="1460436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596967" y="3255660"/>
            <a:ext cx="1080120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47" name="Google Shape;447;p9"/>
          <p:cNvCxnSpPr>
            <a:stCxn id="446" idx="3"/>
            <a:endCxn id="444" idx="1"/>
          </p:cNvCxnSpPr>
          <p:nvPr/>
        </p:nvCxnSpPr>
        <p:spPr>
          <a:xfrm>
            <a:off x="1677087" y="3582191"/>
            <a:ext cx="922500" cy="6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8" name="Google Shape;448;p9"/>
          <p:cNvCxnSpPr>
            <a:stCxn id="444" idx="3"/>
            <a:endCxn id="445" idx="1"/>
          </p:cNvCxnSpPr>
          <p:nvPr/>
        </p:nvCxnSpPr>
        <p:spPr>
          <a:xfrm rot="10800000" flipH="1">
            <a:off x="3817958" y="3549489"/>
            <a:ext cx="637800" cy="32700"/>
          </a:xfrm>
          <a:prstGeom prst="bentConnector3">
            <a:avLst>
              <a:gd name="adj1" fmla="val 4999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9" name="Google Shape;449;p9"/>
          <p:cNvCxnSpPr>
            <a:stCxn id="440" idx="3"/>
            <a:endCxn id="437" idx="2"/>
          </p:cNvCxnSpPr>
          <p:nvPr/>
        </p:nvCxnSpPr>
        <p:spPr>
          <a:xfrm>
            <a:off x="3630004" y="5390619"/>
            <a:ext cx="2564100" cy="514500"/>
          </a:xfrm>
          <a:prstGeom prst="bentConnector4">
            <a:avLst>
              <a:gd name="adj1" fmla="val 42982"/>
              <a:gd name="adj2" fmla="val 14444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0" name="Google Shape;450;p9"/>
          <p:cNvCxnSpPr/>
          <p:nvPr/>
        </p:nvCxnSpPr>
        <p:spPr>
          <a:xfrm rot="10800000" flipH="1">
            <a:off x="1232989" y="5614254"/>
            <a:ext cx="1167000" cy="217500"/>
          </a:xfrm>
          <a:prstGeom prst="bentConnector3">
            <a:avLst>
              <a:gd name="adj1" fmla="val 4999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1" name="Google Shape;451;p9"/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209456" y="4937914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BG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3" name="Google Shape;453;p9"/>
          <p:cNvCxnSpPr>
            <a:endCxn id="452" idx="0"/>
          </p:cNvCxnSpPr>
          <p:nvPr/>
        </p:nvCxnSpPr>
        <p:spPr>
          <a:xfrm>
            <a:off x="1400934" y="4499314"/>
            <a:ext cx="3434400" cy="4386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4" name="Google Shape;454;p9"/>
          <p:cNvSpPr/>
          <p:nvPr/>
        </p:nvSpPr>
        <p:spPr>
          <a:xfrm>
            <a:off x="147041" y="4207133"/>
            <a:ext cx="1351399" cy="653061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BACKGROUND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5" name="Google Shape;45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9077" y="1198876"/>
            <a:ext cx="3477110" cy="132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0"/>
          <p:cNvSpPr txBox="1">
            <a:spLocks noGrp="1"/>
          </p:cNvSpPr>
          <p:nvPr>
            <p:ph type="title"/>
          </p:nvPr>
        </p:nvSpPr>
        <p:spPr>
          <a:xfrm>
            <a:off x="827584" y="172942"/>
            <a:ext cx="6408711" cy="51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US" b="1" dirty="0">
                <a:solidFill>
                  <a:schemeClr val="dk1"/>
                </a:solidFill>
              </a:rPr>
              <a:t>B D F </a:t>
            </a:r>
            <a:r>
              <a:rPr lang="he-IL" b="1" dirty="0">
                <a:solidFill>
                  <a:schemeClr val="dk1"/>
                </a:solidFill>
              </a:rPr>
              <a:t> </a:t>
            </a:r>
            <a:r>
              <a:rPr lang="en-US" b="1" dirty="0" err="1">
                <a:solidFill>
                  <a:schemeClr val="dk1"/>
                </a:solidFill>
              </a:rPr>
              <a:t>גושים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- FLAPPY BIRD (CONTROLLED MAZE)</a:t>
            </a:r>
            <a:endParaRPr b="1" u="sng" dirty="0">
              <a:solidFill>
                <a:schemeClr val="dk1"/>
              </a:solidFill>
            </a:endParaRPr>
          </a:p>
        </p:txBody>
      </p:sp>
      <p:sp>
        <p:nvSpPr>
          <p:cNvPr id="461" name="Google Shape;461;p10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1043608" y="274955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1043608" y="557847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Google Shape;4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608" y="1556792"/>
            <a:ext cx="6630325" cy="223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7904" y="3942315"/>
            <a:ext cx="3629532" cy="216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0" name="Google Shape;470;p11"/>
          <p:cNvCxnSpPr/>
          <p:nvPr/>
        </p:nvCxnSpPr>
        <p:spPr>
          <a:xfrm rot="-5400000" flipH="1">
            <a:off x="5622485" y="2002557"/>
            <a:ext cx="1642800" cy="407400"/>
          </a:xfrm>
          <a:prstGeom prst="bentConnector3">
            <a:avLst>
              <a:gd name="adj1" fmla="val 5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1" name="Google Shape;471;p11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מימוש 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472" name="Google Shape;472;p11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11"/>
          <p:cNvSpPr/>
          <p:nvPr/>
        </p:nvSpPr>
        <p:spPr>
          <a:xfrm rot="-5400000" flipH="1">
            <a:off x="8063500" y="2894930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7461715" y="3085563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6260461" y="3104682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p11"/>
          <p:cNvSpPr/>
          <p:nvPr/>
        </p:nvSpPr>
        <p:spPr>
          <a:xfrm rot="-5400000" flipH="1">
            <a:off x="7028664" y="3161435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1740075" y="2293486"/>
            <a:ext cx="1080120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78" name="Google Shape;478;p11"/>
          <p:cNvCxnSpPr/>
          <p:nvPr/>
        </p:nvCxnSpPr>
        <p:spPr>
          <a:xfrm>
            <a:off x="2886207" y="2924944"/>
            <a:ext cx="3414000" cy="451800"/>
          </a:xfrm>
          <a:prstGeom prst="bentConnector3">
            <a:avLst>
              <a:gd name="adj1" fmla="val 8327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9" name="Google Shape;479;p11"/>
          <p:cNvSpPr/>
          <p:nvPr/>
        </p:nvSpPr>
        <p:spPr>
          <a:xfrm>
            <a:off x="7093866" y="1200038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2456148" y="4888286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BACKGROUND</a:t>
            </a:r>
            <a:endParaRPr sz="14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6980541" y="4035596"/>
            <a:ext cx="1394832" cy="1232849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Game controller</a:t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 rot="-5400000" flipH="1">
            <a:off x="7517678" y="6031638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6490541" y="6102178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4049723" y="2666857"/>
            <a:ext cx="1172228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Bird</a:t>
            </a:r>
            <a:endParaRPr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draw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3025857" y="1108231"/>
            <a:ext cx="1218379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logic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4881939" y="1075437"/>
            <a:ext cx="1460436" cy="858723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 (Pipes)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1023245" y="1108232"/>
            <a:ext cx="1080120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88" name="Google Shape;488;p11"/>
          <p:cNvCxnSpPr>
            <a:stCxn id="487" idx="3"/>
            <a:endCxn id="485" idx="1"/>
          </p:cNvCxnSpPr>
          <p:nvPr/>
        </p:nvCxnSpPr>
        <p:spPr>
          <a:xfrm>
            <a:off x="2103365" y="1434763"/>
            <a:ext cx="922500" cy="6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9" name="Google Shape;489;p11"/>
          <p:cNvCxnSpPr>
            <a:stCxn id="485" idx="3"/>
            <a:endCxn id="486" idx="1"/>
          </p:cNvCxnSpPr>
          <p:nvPr/>
        </p:nvCxnSpPr>
        <p:spPr>
          <a:xfrm>
            <a:off x="4244236" y="1434762"/>
            <a:ext cx="637800" cy="69900"/>
          </a:xfrm>
          <a:prstGeom prst="bentConnector3">
            <a:avLst>
              <a:gd name="adj1" fmla="val 4999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0" name="Google Shape;490;p11"/>
          <p:cNvSpPr/>
          <p:nvPr/>
        </p:nvSpPr>
        <p:spPr>
          <a:xfrm>
            <a:off x="242073" y="2623626"/>
            <a:ext cx="1080120" cy="50066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Pseudo-Random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1" name="Google Shape;491;p11"/>
          <p:cNvCxnSpPr>
            <a:stCxn id="490" idx="3"/>
            <a:endCxn id="477" idx="1"/>
          </p:cNvCxnSpPr>
          <p:nvPr/>
        </p:nvCxnSpPr>
        <p:spPr>
          <a:xfrm rot="10800000" flipH="1">
            <a:off x="1322193" y="2670856"/>
            <a:ext cx="417900" cy="203100"/>
          </a:xfrm>
          <a:prstGeom prst="bentConnector3">
            <a:avLst>
              <a:gd name="adj1" fmla="val 49998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2" name="Google Shape;492;p11"/>
          <p:cNvCxnSpPr>
            <a:stCxn id="480" idx="3"/>
            <a:endCxn id="475" idx="2"/>
          </p:cNvCxnSpPr>
          <p:nvPr/>
        </p:nvCxnSpPr>
        <p:spPr>
          <a:xfrm rot="10800000" flipH="1">
            <a:off x="3707904" y="3757618"/>
            <a:ext cx="2912700" cy="15471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3" name="Google Shape;493;p11"/>
          <p:cNvCxnSpPr/>
          <p:nvPr/>
        </p:nvCxnSpPr>
        <p:spPr>
          <a:xfrm rot="10800000" flipH="1">
            <a:off x="1954361" y="3376427"/>
            <a:ext cx="824100" cy="3093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11"/>
          <p:cNvSpPr/>
          <p:nvPr/>
        </p:nvSpPr>
        <p:spPr>
          <a:xfrm>
            <a:off x="1090265" y="3412093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5" name="Google Shape;495;p11"/>
          <p:cNvCxnSpPr/>
          <p:nvPr/>
        </p:nvCxnSpPr>
        <p:spPr>
          <a:xfrm rot="10800000" flipH="1">
            <a:off x="1310889" y="5528353"/>
            <a:ext cx="1167000" cy="217500"/>
          </a:xfrm>
          <a:prstGeom prst="bentConnector3">
            <a:avLst>
              <a:gd name="adj1" fmla="val 4999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6" name="Google Shape;496;p11"/>
          <p:cNvSpPr/>
          <p:nvPr/>
        </p:nvSpPr>
        <p:spPr>
          <a:xfrm>
            <a:off x="446793" y="5472219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4287356" y="4852013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BG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98" name="Google Shape;498;p11"/>
          <p:cNvCxnSpPr>
            <a:endCxn id="497" idx="0"/>
          </p:cNvCxnSpPr>
          <p:nvPr/>
        </p:nvCxnSpPr>
        <p:spPr>
          <a:xfrm>
            <a:off x="1478834" y="4413413"/>
            <a:ext cx="3434400" cy="4386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11"/>
          <p:cNvSpPr/>
          <p:nvPr/>
        </p:nvSpPr>
        <p:spPr>
          <a:xfrm>
            <a:off x="224941" y="4121232"/>
            <a:ext cx="1351399" cy="653061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BACKGROUND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00" name="Google Shape;500;p11"/>
          <p:cNvCxnSpPr>
            <a:stCxn id="487" idx="3"/>
            <a:endCxn id="477" idx="0"/>
          </p:cNvCxnSpPr>
          <p:nvPr/>
        </p:nvCxnSpPr>
        <p:spPr>
          <a:xfrm>
            <a:off x="2103365" y="1434763"/>
            <a:ext cx="176700" cy="8586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2"/>
          <p:cNvSpPr txBox="1">
            <a:spLocks noGrp="1"/>
          </p:cNvSpPr>
          <p:nvPr>
            <p:ph type="title"/>
          </p:nvPr>
        </p:nvSpPr>
        <p:spPr>
          <a:xfrm>
            <a:off x="5076056" y="143221"/>
            <a:ext cx="2745680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דרישות</a:t>
            </a:r>
            <a:endParaRPr b="1" u="sng">
              <a:solidFill>
                <a:srgbClr val="3333CC"/>
              </a:solidFill>
            </a:endParaRPr>
          </a:p>
        </p:txBody>
      </p:sp>
      <p:sp>
        <p:nvSpPr>
          <p:cNvPr id="506" name="Google Shape;506;p12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5DCC78-CCD2-0FB2-178E-36DF19466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00" y="1030253"/>
            <a:ext cx="6503826" cy="47030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he-IL" b="1" u="sng" dirty="0">
                <a:solidFill>
                  <a:srgbClr val="3333CC"/>
                </a:solidFill>
              </a:rPr>
              <a:t>מימוש ראשני </a:t>
            </a:r>
            <a:endParaRPr b="1" u="sng" dirty="0">
              <a:solidFill>
                <a:srgbClr val="3333CC"/>
              </a:solidFill>
            </a:endParaRPr>
          </a:p>
        </p:txBody>
      </p:sp>
      <p:sp>
        <p:nvSpPr>
          <p:cNvPr id="513" name="Google Shape;513;p13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13"/>
          <p:cNvSpPr/>
          <p:nvPr/>
        </p:nvSpPr>
        <p:spPr>
          <a:xfrm rot="-5400000" flipH="1">
            <a:off x="7573605" y="4405216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6971820" y="4595849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5770566" y="4614968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13"/>
          <p:cNvSpPr/>
          <p:nvPr/>
        </p:nvSpPr>
        <p:spPr>
          <a:xfrm rot="-5400000" flipH="1">
            <a:off x="6538769" y="4671721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2397704" y="3782980"/>
            <a:ext cx="1356638" cy="653061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BACKGROUND (NET)</a:t>
            </a:r>
            <a:endParaRPr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logic</a:t>
            </a: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9" name="Google Shape;519;p13"/>
          <p:cNvCxnSpPr>
            <a:endCxn id="516" idx="1"/>
          </p:cNvCxnSpPr>
          <p:nvPr/>
        </p:nvCxnSpPr>
        <p:spPr>
          <a:xfrm>
            <a:off x="2397666" y="4940899"/>
            <a:ext cx="3372900" cy="600"/>
          </a:xfrm>
          <a:prstGeom prst="bentConnector3">
            <a:avLst>
              <a:gd name="adj1" fmla="val 50001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0" name="Google Shape;520;p13"/>
          <p:cNvSpPr/>
          <p:nvPr/>
        </p:nvSpPr>
        <p:spPr>
          <a:xfrm rot="-5400000" flipH="1">
            <a:off x="6607886" y="5683827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5580749" y="5754367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1331640" y="4632216"/>
            <a:ext cx="1080120" cy="653061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23" name="Google Shape;523;p13"/>
          <p:cNvCxnSpPr>
            <a:stCxn id="518" idx="3"/>
            <a:endCxn id="516" idx="0"/>
          </p:cNvCxnSpPr>
          <p:nvPr/>
        </p:nvCxnSpPr>
        <p:spPr>
          <a:xfrm>
            <a:off x="3754342" y="4109511"/>
            <a:ext cx="2376300" cy="5055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4" name="Google Shape;524;p13"/>
          <p:cNvSpPr/>
          <p:nvPr/>
        </p:nvSpPr>
        <p:spPr>
          <a:xfrm>
            <a:off x="3610135" y="4575603"/>
            <a:ext cx="1080120" cy="754600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Square move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4DF9F9-0EFA-8928-0F8F-94CE0E1B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18" y="1404597"/>
            <a:ext cx="6096851" cy="13146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4"/>
          <p:cNvSpPr txBox="1">
            <a:spLocks noGrp="1"/>
          </p:cNvSpPr>
          <p:nvPr>
            <p:ph type="title"/>
          </p:nvPr>
        </p:nvSpPr>
        <p:spPr>
          <a:xfrm>
            <a:off x="1538288" y="214887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b="1" u="sng">
                <a:solidFill>
                  <a:srgbClr val="3333CC"/>
                </a:solidFill>
              </a:rPr>
              <a:t>פתיחת PIPE </a:t>
            </a:r>
            <a:endParaRPr b="1" u="sng">
              <a:solidFill>
                <a:srgbClr val="3333CC"/>
              </a:solidFill>
            </a:endParaRPr>
          </a:p>
        </p:txBody>
      </p:sp>
      <p:grpSp>
        <p:nvGrpSpPr>
          <p:cNvPr id="531" name="Google Shape;531;p14"/>
          <p:cNvGrpSpPr/>
          <p:nvPr/>
        </p:nvGrpSpPr>
        <p:grpSpPr>
          <a:xfrm>
            <a:off x="222064" y="929542"/>
            <a:ext cx="2552751" cy="1873412"/>
            <a:chOff x="2267744" y="2204864"/>
            <a:chExt cx="3240360" cy="2016223"/>
          </a:xfrm>
        </p:grpSpPr>
        <p:sp>
          <p:nvSpPr>
            <p:cNvPr id="532" name="Google Shape;532;p14"/>
            <p:cNvSpPr/>
            <p:nvPr/>
          </p:nvSpPr>
          <p:spPr>
            <a:xfrm>
              <a:off x="2267744" y="2204864"/>
              <a:ext cx="3240360" cy="2016223"/>
            </a:xfrm>
            <a:prstGeom prst="rect">
              <a:avLst/>
            </a:prstGeom>
            <a:solidFill>
              <a:srgbClr val="FFFF00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3" name="Google Shape;533;p14"/>
            <p:cNvSpPr/>
            <p:nvPr/>
          </p:nvSpPr>
          <p:spPr>
            <a:xfrm rot="-5400000" flipH="1">
              <a:off x="4422300" y="2488976"/>
              <a:ext cx="131844" cy="32431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7030A0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14"/>
            <p:cNvSpPr/>
            <p:nvPr/>
          </p:nvSpPr>
          <p:spPr>
            <a:xfrm>
              <a:off x="3852627" y="2549814"/>
              <a:ext cx="480680" cy="208080"/>
            </a:xfrm>
            <a:prstGeom prst="rect">
              <a:avLst/>
            </a:prstGeom>
            <a:solidFill>
              <a:schemeClr val="accent1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צלילים</a:t>
              </a: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2483768" y="2420888"/>
              <a:ext cx="845587" cy="315838"/>
            </a:xfrm>
            <a:prstGeom prst="rect">
              <a:avLst/>
            </a:prstGeom>
            <a:solidFill>
              <a:schemeClr val="accent5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מנהל </a:t>
              </a:r>
              <a:endParaRPr/>
            </a:p>
            <a:p>
              <a:pPr marL="0" marR="0" lvl="0" indent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משחק</a:t>
              </a:r>
              <a:endParaRPr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2411760" y="3179564"/>
              <a:ext cx="470638" cy="198404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6F09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KBD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4211961" y="3222657"/>
              <a:ext cx="458884" cy="777751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MUX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14"/>
            <p:cNvSpPr/>
            <p:nvPr/>
          </p:nvSpPr>
          <p:spPr>
            <a:xfrm rot="-5400000" flipH="1">
              <a:off x="4781872" y="3459299"/>
              <a:ext cx="125712" cy="319181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7030A0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5018612" y="3565422"/>
              <a:ext cx="345476" cy="116324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6F09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"/>
                <a:buFont typeface="Century Gothic"/>
                <a:buNone/>
              </a:pPr>
              <a:r>
                <a:rPr lang="en-US" sz="4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VGA</a:t>
              </a:r>
              <a:endParaRPr sz="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4637746" y="2507451"/>
              <a:ext cx="419601" cy="284394"/>
            </a:xfrm>
            <a:prstGeom prst="rect">
              <a:avLst/>
            </a:prstGeom>
            <a:solidFill>
              <a:schemeClr val="accent1"/>
            </a:solidFill>
            <a:ln w="12700" cap="rnd" cmpd="sng">
              <a:solidFill>
                <a:srgbClr val="0330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entury Gothic"/>
                <a:buNone/>
              </a:pPr>
              <a:r>
                <a:rPr lang="en-US" sz="6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רמקול</a:t>
              </a:r>
              <a:endParaRPr/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2882398" y="3224065"/>
              <a:ext cx="331824" cy="11591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rnd" cmpd="sng">
              <a:solidFill>
                <a:srgbClr val="A957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3214222" y="3815390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רקע</a:t>
              </a:r>
              <a:endParaRPr/>
            </a:p>
          </p:txBody>
        </p:sp>
        <p:sp>
          <p:nvSpPr>
            <p:cNvPr id="543" name="Google Shape;543;p14"/>
            <p:cNvSpPr/>
            <p:nvPr/>
          </p:nvSpPr>
          <p:spPr>
            <a:xfrm rot="-5400000">
              <a:off x="4201463" y="3073423"/>
              <a:ext cx="506098" cy="205053"/>
            </a:xfrm>
            <a:prstGeom prst="rect">
              <a:avLst/>
            </a:prstGeom>
            <a:solidFill>
              <a:schemeClr val="accent2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התנגשות</a:t>
              </a:r>
              <a:endParaRPr/>
            </a:p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544" name="Google Shape;544;p14"/>
            <p:cNvCxnSpPr>
              <a:stCxn id="543" idx="0"/>
            </p:cNvCxnSpPr>
            <p:nvPr/>
          </p:nvCxnSpPr>
          <p:spPr>
            <a:xfrm rot="10800000">
              <a:off x="3326886" y="2682750"/>
              <a:ext cx="1025100" cy="4932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5" name="Google Shape;545;p14"/>
            <p:cNvCxnSpPr/>
            <p:nvPr/>
          </p:nvCxnSpPr>
          <p:spPr>
            <a:xfrm>
              <a:off x="3214223" y="2747327"/>
              <a:ext cx="326721" cy="415609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6" name="Google Shape;546;p14"/>
            <p:cNvCxnSpPr>
              <a:stCxn id="535" idx="3"/>
              <a:endCxn id="534" idx="1"/>
            </p:cNvCxnSpPr>
            <p:nvPr/>
          </p:nvCxnSpPr>
          <p:spPr>
            <a:xfrm>
              <a:off x="3329355" y="2578807"/>
              <a:ext cx="523200" cy="750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7" name="Google Shape;547;p14"/>
            <p:cNvCxnSpPr/>
            <p:nvPr/>
          </p:nvCxnSpPr>
          <p:spPr>
            <a:xfrm>
              <a:off x="3206716" y="2758179"/>
              <a:ext cx="168144" cy="740100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8" name="Google Shape;548;p14"/>
            <p:cNvCxnSpPr/>
            <p:nvPr/>
          </p:nvCxnSpPr>
          <p:spPr>
            <a:xfrm>
              <a:off x="3214222" y="2758179"/>
              <a:ext cx="89932" cy="1057211"/>
            </a:xfrm>
            <a:prstGeom prst="straightConnector1">
              <a:avLst/>
            </a:prstGeom>
            <a:noFill/>
            <a:ln w="19050" cap="flat" cmpd="sng">
              <a:solidFill>
                <a:schemeClr val="accent1">
                  <a:alpha val="60000"/>
                </a:schemeClr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49" name="Google Shape;549;p14"/>
            <p:cNvSpPr/>
            <p:nvPr/>
          </p:nvSpPr>
          <p:spPr>
            <a:xfrm>
              <a:off x="3214222" y="3169888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00"/>
                <a:buFont typeface="Century Gothic"/>
                <a:buNone/>
              </a:pPr>
              <a:r>
                <a:rPr lang="en-US" sz="6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שחקנים</a:t>
              </a:r>
              <a:endParaRPr sz="7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3214222" y="3492639"/>
              <a:ext cx="475720" cy="208080"/>
            </a:xfrm>
            <a:prstGeom prst="rect">
              <a:avLst/>
            </a:prstGeom>
            <a:solidFill>
              <a:schemeClr val="accent4"/>
            </a:solidFill>
            <a:ln w="12700" cap="rnd" cmpd="sng">
              <a:solidFill>
                <a:srgbClr val="5472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entury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עצמים</a:t>
              </a:r>
              <a:endParaRPr/>
            </a:p>
          </p:txBody>
        </p:sp>
        <p:grpSp>
          <p:nvGrpSpPr>
            <p:cNvPr id="551" name="Google Shape;551;p14"/>
            <p:cNvGrpSpPr/>
            <p:nvPr/>
          </p:nvGrpSpPr>
          <p:grpSpPr>
            <a:xfrm>
              <a:off x="2623526" y="2484706"/>
              <a:ext cx="300028" cy="214558"/>
              <a:chOff x="335966" y="1152157"/>
              <a:chExt cx="1122218" cy="954618"/>
            </a:xfrm>
          </p:grpSpPr>
          <p:sp>
            <p:nvSpPr>
              <p:cNvPr id="552" name="Google Shape;552;p14"/>
              <p:cNvSpPr/>
              <p:nvPr/>
            </p:nvSpPr>
            <p:spPr>
              <a:xfrm>
                <a:off x="900390" y="1196752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098942" y="1642767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462810" y="1628958"/>
                <a:ext cx="359242" cy="359152"/>
              </a:xfrm>
              <a:prstGeom prst="ellipse">
                <a:avLst/>
              </a:prstGeom>
              <a:solidFill>
                <a:srgbClr val="4BE6C6"/>
              </a:solidFill>
              <a:ln w="19050" cap="flat" cmpd="sng">
                <a:solidFill>
                  <a:srgbClr val="03304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187127" y="1346713"/>
                <a:ext cx="175558" cy="655205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 rot="6690130">
                <a:off x="526672" y="1363759"/>
                <a:ext cx="497543" cy="748693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 rot="-6363127">
                <a:off x="727336" y="1120394"/>
                <a:ext cx="497543" cy="748693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19050" cap="flat" cmpd="sng">
                <a:solidFill>
                  <a:schemeClr val="accent1">
                    <a:alpha val="60000"/>
                  </a:schemeClr>
                </a:solidFill>
                <a:prstDash val="solid"/>
                <a:round/>
                <a:headEnd type="none" w="sm" len="sm"/>
                <a:tailEnd type="triangle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Arial"/>
                  <a:buNone/>
                </a:pPr>
                <a:endParaRPr sz="700" b="0" i="0" u="none" strike="noStrike" cap="non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cxnSp>
        <p:nvCxnSpPr>
          <p:cNvPr id="558" name="Google Shape;558;p14"/>
          <p:cNvCxnSpPr/>
          <p:nvPr/>
        </p:nvCxnSpPr>
        <p:spPr>
          <a:xfrm rot="-5400000" flipH="1">
            <a:off x="5196207" y="4149985"/>
            <a:ext cx="1642800" cy="407400"/>
          </a:xfrm>
          <a:prstGeom prst="bentConnector3">
            <a:avLst>
              <a:gd name="adj1" fmla="val 5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9" name="Google Shape;559;p14"/>
          <p:cNvSpPr txBox="1"/>
          <p:nvPr/>
        </p:nvSpPr>
        <p:spPr>
          <a:xfrm>
            <a:off x="1112010" y="2362315"/>
            <a:ext cx="5269474" cy="9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Century Gothic"/>
              <a:buNone/>
            </a:pPr>
            <a:r>
              <a:rPr lang="en-US" sz="3200" b="1" i="0" u="sng" strike="noStrike" cap="none">
                <a:solidFill>
                  <a:srgbClr val="3333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מימוש </a:t>
            </a:r>
            <a:endParaRPr sz="3200" b="1" i="0" u="sng" strike="noStrike" cap="none">
              <a:solidFill>
                <a:srgbClr val="3333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0" name="Google Shape;560;p14"/>
          <p:cNvSpPr txBox="1">
            <a:spLocks noGrp="1"/>
          </p:cNvSpPr>
          <p:nvPr>
            <p:ph type="sldNum" idx="12"/>
          </p:nvPr>
        </p:nvSpPr>
        <p:spPr>
          <a:xfrm>
            <a:off x="7964655" y="5939029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14"/>
          <p:cNvSpPr/>
          <p:nvPr/>
        </p:nvSpPr>
        <p:spPr>
          <a:xfrm rot="-5400000" flipH="1">
            <a:off x="7637222" y="5042358"/>
            <a:ext cx="413792" cy="104304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7035437" y="5232991"/>
            <a:ext cx="705650" cy="653061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VGA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5834183" y="5252110"/>
            <a:ext cx="720080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4" name="Google Shape;564;p14"/>
          <p:cNvSpPr/>
          <p:nvPr/>
        </p:nvSpPr>
        <p:spPr>
          <a:xfrm rot="-5400000" flipH="1">
            <a:off x="6602386" y="5308863"/>
            <a:ext cx="413792" cy="5100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6667588" y="3347466"/>
            <a:ext cx="1080120" cy="1653127"/>
          </a:xfrm>
          <a:prstGeom prst="rect">
            <a:avLst/>
          </a:prstGeom>
          <a:solidFill>
            <a:schemeClr val="accent3"/>
          </a:solidFill>
          <a:ln w="12700" cap="rnd" cmpd="sng">
            <a:solidFill>
              <a:srgbClr val="0D6D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hit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2378248" y="4974187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entury Gothic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BACKGROUND</a:t>
            </a:r>
            <a:endParaRPr sz="14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7444158" y="2858787"/>
            <a:ext cx="1394832" cy="1232849"/>
          </a:xfrm>
          <a:prstGeom prst="rect">
            <a:avLst/>
          </a:prstGeom>
          <a:solidFill>
            <a:schemeClr val="accent1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Game controller</a:t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 rot="-5400000" flipH="1">
            <a:off x="7430465" y="6035796"/>
            <a:ext cx="413792" cy="73252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030A0"/>
          </a:solidFill>
          <a:ln w="12700" cap="rnd" cmpd="sng">
            <a:solidFill>
              <a:srgbClr val="0330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403328" y="6106336"/>
            <a:ext cx="864096" cy="653061"/>
          </a:xfrm>
          <a:prstGeom prst="rect">
            <a:avLst/>
          </a:prstGeom>
          <a:solidFill>
            <a:srgbClr val="FFFF00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0066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צלילים</a:t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2599579" y="3255659"/>
            <a:ext cx="1218379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logic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4455661" y="3222866"/>
            <a:ext cx="1460436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player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596967" y="3255660"/>
            <a:ext cx="1080120" cy="653061"/>
          </a:xfrm>
          <a:prstGeom prst="rect">
            <a:avLst/>
          </a:prstGeom>
          <a:solidFill>
            <a:schemeClr val="accent2"/>
          </a:soli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entury Gothic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KBD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73" name="Google Shape;573;p14"/>
          <p:cNvCxnSpPr>
            <a:stCxn id="572" idx="3"/>
            <a:endCxn id="570" idx="1"/>
          </p:cNvCxnSpPr>
          <p:nvPr/>
        </p:nvCxnSpPr>
        <p:spPr>
          <a:xfrm>
            <a:off x="1677087" y="3582191"/>
            <a:ext cx="922500" cy="6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4" name="Google Shape;574;p14"/>
          <p:cNvCxnSpPr>
            <a:stCxn id="570" idx="3"/>
            <a:endCxn id="571" idx="1"/>
          </p:cNvCxnSpPr>
          <p:nvPr/>
        </p:nvCxnSpPr>
        <p:spPr>
          <a:xfrm rot="10800000" flipH="1">
            <a:off x="3817958" y="3549489"/>
            <a:ext cx="637800" cy="32700"/>
          </a:xfrm>
          <a:prstGeom prst="bentConnector3">
            <a:avLst>
              <a:gd name="adj1" fmla="val 4999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5" name="Google Shape;575;p14"/>
          <p:cNvCxnSpPr>
            <a:stCxn id="566" idx="3"/>
            <a:endCxn id="563" idx="2"/>
          </p:cNvCxnSpPr>
          <p:nvPr/>
        </p:nvCxnSpPr>
        <p:spPr>
          <a:xfrm>
            <a:off x="3630004" y="5390619"/>
            <a:ext cx="2564100" cy="514500"/>
          </a:xfrm>
          <a:prstGeom prst="bentConnector4">
            <a:avLst>
              <a:gd name="adj1" fmla="val 42982"/>
              <a:gd name="adj2" fmla="val 144442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6" name="Google Shape;576;p14"/>
          <p:cNvCxnSpPr/>
          <p:nvPr/>
        </p:nvCxnSpPr>
        <p:spPr>
          <a:xfrm rot="10800000" flipH="1">
            <a:off x="1232989" y="5614254"/>
            <a:ext cx="1167000" cy="217500"/>
          </a:xfrm>
          <a:prstGeom prst="bentConnector3">
            <a:avLst>
              <a:gd name="adj1" fmla="val 49997"/>
            </a:avLst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7" name="Google Shape;577;p14"/>
          <p:cNvSpPr/>
          <p:nvPr/>
        </p:nvSpPr>
        <p:spPr>
          <a:xfrm>
            <a:off x="368893" y="5558120"/>
            <a:ext cx="864096" cy="653061"/>
          </a:xfrm>
          <a:prstGeom prst="rect">
            <a:avLst/>
          </a:prstGeom>
          <a:solidFill>
            <a:schemeClr val="accent4"/>
          </a:solidFill>
          <a:ln w="12700" cap="rnd" cmpd="sng">
            <a:solidFill>
              <a:srgbClr val="5472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בורר לפי XY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4209456" y="4937914"/>
            <a:ext cx="1251756" cy="832864"/>
          </a:xfrm>
          <a:prstGeom prst="rect">
            <a:avLst/>
          </a:prstGeom>
          <a:solidFill>
            <a:schemeClr val="accent5"/>
          </a:solidFill>
          <a:ln w="12700" cap="rnd" cmpd="sng">
            <a:solidFill>
              <a:srgbClr val="A95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BG draw</a:t>
            </a: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79" name="Google Shape;579;p14"/>
          <p:cNvCxnSpPr>
            <a:endCxn id="578" idx="0"/>
          </p:cNvCxnSpPr>
          <p:nvPr/>
        </p:nvCxnSpPr>
        <p:spPr>
          <a:xfrm>
            <a:off x="1400934" y="4499314"/>
            <a:ext cx="3434400" cy="438600"/>
          </a:xfrm>
          <a:prstGeom prst="bentConnector2">
            <a:avLst/>
          </a:prstGeom>
          <a:noFill/>
          <a:ln w="76200" cap="flat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0" name="Google Shape;580;p14"/>
          <p:cNvSpPr/>
          <p:nvPr/>
        </p:nvSpPr>
        <p:spPr>
          <a:xfrm>
            <a:off x="147041" y="4207133"/>
            <a:ext cx="1351399" cy="653061"/>
          </a:xfrm>
          <a:prstGeom prst="rect">
            <a:avLst/>
          </a:prstGeom>
          <a:gradFill>
            <a:gsLst>
              <a:gs pos="0">
                <a:srgbClr val="2C669A"/>
              </a:gs>
              <a:gs pos="100000">
                <a:srgbClr val="032752"/>
              </a:gs>
            </a:gsLst>
            <a:lin ang="5400000" scaled="0"/>
          </a:gradFill>
          <a:ln w="9525" cap="rnd" cmpd="sng">
            <a:solidFill>
              <a:srgbClr val="858E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entury Gothic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BACKGROUND</a:t>
            </a:r>
            <a:endParaRPr sz="16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81" name="Google Shape;58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4281" y="1334612"/>
            <a:ext cx="4820323" cy="1047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5"/>
          <p:cNvSpPr txBox="1">
            <a:spLocks noGrp="1"/>
          </p:cNvSpPr>
          <p:nvPr>
            <p:ph type="title"/>
          </p:nvPr>
        </p:nvSpPr>
        <p:spPr>
          <a:xfrm>
            <a:off x="1245319" y="0"/>
            <a:ext cx="655486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0A304A"/>
                </a:solidFill>
              </a:rPr>
              <a:t>מדוע חשוב להשקיע בפרויקט ובסרטון </a:t>
            </a:r>
            <a:endParaRPr/>
          </a:p>
        </p:txBody>
      </p:sp>
      <p:sp>
        <p:nvSpPr>
          <p:cNvPr id="587" name="Google Shape;587;p15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588" name="Google Shape;588;p15" descr="Graphical user interface, text, application, chat or text messag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9792" y="1196752"/>
            <a:ext cx="4284928" cy="52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7AF2"/>
            </a:gs>
            <a:gs pos="8000">
              <a:srgbClr val="167AF2"/>
            </a:gs>
            <a:gs pos="20000">
              <a:srgbClr val="C7F0FA"/>
            </a:gs>
            <a:gs pos="100000">
              <a:srgbClr val="C7F0FA"/>
            </a:gs>
          </a:gsLst>
          <a:lin ang="13500000" scaled="0"/>
        </a:gra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6"/>
          <p:cNvSpPr txBox="1">
            <a:spLocks noGrp="1"/>
          </p:cNvSpPr>
          <p:nvPr>
            <p:ph type="sldNum" idx="12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304A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800" b="0" i="0" u="none" strike="noStrike" cap="none">
                <a:solidFill>
                  <a:srgbClr val="0A304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endParaRPr sz="2800" b="0" i="0" u="none" strike="noStrike" cap="none">
              <a:solidFill>
                <a:srgbClr val="0A304A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1259632" y="1916832"/>
            <a:ext cx="6252033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D37"/>
              </a:buClr>
              <a:buSzPts val="13800"/>
              <a:buFont typeface="Arial"/>
              <a:buNone/>
            </a:pPr>
            <a:r>
              <a:rPr lang="en-US" sz="13800" b="1" i="0" u="none" strike="noStrike" cap="none">
                <a:solidFill>
                  <a:srgbClr val="E87D37"/>
                </a:solidFill>
                <a:latin typeface="Arial"/>
                <a:ea typeface="Arial"/>
                <a:cs typeface="Arial"/>
                <a:sym typeface="Arial"/>
              </a:rPr>
              <a:t>בהצלחה</a:t>
            </a:r>
            <a:endParaRPr sz="5400" b="1" i="0" u="none" strike="noStrike" cap="none">
              <a:solidFill>
                <a:srgbClr val="E87D3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372</Words>
  <Application>Microsoft Office PowerPoint</Application>
  <PresentationFormat>On-screen Show (4:3)</PresentationFormat>
  <Paragraphs>183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Times New Roman</vt:lpstr>
      <vt:lpstr>Noto Sans Symbols</vt:lpstr>
      <vt:lpstr>Calibri</vt:lpstr>
      <vt:lpstr>Wingdings</vt:lpstr>
      <vt:lpstr>Century Gothic</vt:lpstr>
      <vt:lpstr>Wingdings 3</vt:lpstr>
      <vt:lpstr>Slice</vt:lpstr>
      <vt:lpstr>Custom Design</vt:lpstr>
      <vt:lpstr>1_Slice</vt:lpstr>
      <vt:lpstr>פרויקט סיום קיץ תשפ"ו הדרכה </vt:lpstr>
      <vt:lpstr>הנחיות לפרויקט סיום קיץ  2026</vt:lpstr>
      <vt:lpstr> A C E גושים - FLAPPY BIRD (STANDARD)</vt:lpstr>
      <vt:lpstr>דרישות</vt:lpstr>
      <vt:lpstr>מימוש </vt:lpstr>
      <vt:lpstr>מימוש ראשוני </vt:lpstr>
      <vt:lpstr> DYNAMIC BOARD memory</vt:lpstr>
      <vt:lpstr>מנגנוני התנגשות </vt:lpstr>
      <vt:lpstr>מנגנוני התנגשות </vt:lpstr>
      <vt:lpstr>פתיחת PIPE </vt:lpstr>
      <vt:lpstr>B D F  גושים - FLAPPY BIRD (CONTROLLED MAZE)</vt:lpstr>
      <vt:lpstr>מימוש </vt:lpstr>
      <vt:lpstr>דרישות</vt:lpstr>
      <vt:lpstr>מימוש ראשני </vt:lpstr>
      <vt:lpstr>פתיחת PIPE </vt:lpstr>
      <vt:lpstr>מדוע חשוב להשקיע בפרויקט ובסרטון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Pavel</dc:creator>
  <cp:lastModifiedBy>Eyal Lev</cp:lastModifiedBy>
  <cp:revision>11</cp:revision>
  <dcterms:created xsi:type="dcterms:W3CDTF">2003-02-13T09:55:52Z</dcterms:created>
  <dcterms:modified xsi:type="dcterms:W3CDTF">2026-09-10T15:09:53Z</dcterms:modified>
</cp:coreProperties>
</file>